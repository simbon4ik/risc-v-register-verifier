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Light"/>
      <p:regular r:id="rId24"/>
      <p:bold r:id="rId25"/>
      <p:italic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40">
          <p15:clr>
            <a:srgbClr val="A4A3A4"/>
          </p15:clr>
        </p15:guide>
        <p15:guide id="2" pos="393">
          <p15:clr>
            <a:srgbClr val="A4A3A4"/>
          </p15:clr>
        </p15:guide>
        <p15:guide id="3" pos="7287">
          <p15:clr>
            <a:srgbClr val="A4A3A4"/>
          </p15:clr>
        </p15:guide>
        <p15:guide id="4" orient="horz" pos="2546">
          <p15:clr>
            <a:srgbClr val="A4A3A4"/>
          </p15:clr>
        </p15:guide>
        <p15:guide id="5" orient="horz" pos="2772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SFmb8XKe2gLYA8Sx/43kPox5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0" orient="horz"/>
        <p:guide pos="393"/>
        <p:guide pos="7287"/>
        <p:guide pos="2546" orient="horz"/>
        <p:guide pos="277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Light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Light-italic.fntdata"/><Relationship Id="rId25" Type="http://schemas.openxmlformats.org/officeDocument/2006/relationships/font" Target="fonts/PoppinsLight-bold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Poppins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5df3ef07d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95df3ef07d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5df3ef07d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5df3ef07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95df3ef07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5df3ef07d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5df3ef07d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95df3ef07d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95df3ef07d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5df3ef07d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5df3ef07d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5df3ef07d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5df3ef07d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95df3ef07d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5df3ef07d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Стратегия вертикальной интеграции обеспечивает контроль и гибкость на всех этапах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фон без лого">
  <p:cSld name="Белый фон без лого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 макет">
  <p:cSld name="Обычный макет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888" y="666128"/>
            <a:ext cx="9359900" cy="58280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36000" wrap="square" tIns="360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" name="Google Shape;22;p13"/>
          <p:cNvGrpSpPr/>
          <p:nvPr/>
        </p:nvGrpSpPr>
        <p:grpSpPr>
          <a:xfrm>
            <a:off x="10826325" y="477714"/>
            <a:ext cx="750299" cy="542069"/>
            <a:chOff x="6541928" y="1050039"/>
            <a:chExt cx="2970582" cy="2146162"/>
          </a:xfrm>
        </p:grpSpPr>
        <p:sp>
          <p:nvSpPr>
            <p:cNvPr id="23" name="Google Shape;23;p13"/>
            <p:cNvSpPr/>
            <p:nvPr/>
          </p:nvSpPr>
          <p:spPr>
            <a:xfrm>
              <a:off x="7440026" y="1655970"/>
              <a:ext cx="527172" cy="456670"/>
            </a:xfrm>
            <a:custGeom>
              <a:rect b="b" l="l" r="r" t="t"/>
              <a:pathLst>
                <a:path extrusionOk="0" h="456670" w="527172">
                  <a:moveTo>
                    <a:pt x="263586" y="0"/>
                  </a:moveTo>
                  <a:lnTo>
                    <a:pt x="0" y="456671"/>
                  </a:lnTo>
                  <a:lnTo>
                    <a:pt x="527172" y="456671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6881732" y="1050039"/>
              <a:ext cx="878408" cy="1062601"/>
            </a:xfrm>
            <a:custGeom>
              <a:rect b="b" l="l" r="r" t="t"/>
              <a:pathLst>
                <a:path extrusionOk="0" h="1062601" w="878408">
                  <a:moveTo>
                    <a:pt x="342344" y="0"/>
                  </a:moveTo>
                  <a:lnTo>
                    <a:pt x="0" y="593227"/>
                  </a:lnTo>
                  <a:lnTo>
                    <a:pt x="0" y="1062601"/>
                  </a:lnTo>
                  <a:lnTo>
                    <a:pt x="538605" y="1062601"/>
                  </a:lnTo>
                  <a:lnTo>
                    <a:pt x="538605" y="589417"/>
                  </a:lnTo>
                  <a:lnTo>
                    <a:pt x="878408" y="0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>
              <a:off x="7987523" y="2153290"/>
              <a:ext cx="601484" cy="1042911"/>
            </a:xfrm>
            <a:custGeom>
              <a:rect b="b" l="l" r="r" t="t"/>
              <a:pathLst>
                <a:path extrusionOk="0" h="1042911" w="601484">
                  <a:moveTo>
                    <a:pt x="0" y="1042912"/>
                  </a:moveTo>
                  <a:lnTo>
                    <a:pt x="601484" y="1042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>
              <a:off x="6881732" y="2133600"/>
              <a:ext cx="537969" cy="1062600"/>
            </a:xfrm>
            <a:custGeom>
              <a:rect b="b" l="l" r="r" t="t"/>
              <a:pathLst>
                <a:path extrusionOk="0" h="1062600" w="537969">
                  <a:moveTo>
                    <a:pt x="0" y="0"/>
                  </a:moveTo>
                  <a:lnTo>
                    <a:pt x="537970" y="0"/>
                  </a:lnTo>
                  <a:lnTo>
                    <a:pt x="537970" y="1062601"/>
                  </a:lnTo>
                  <a:lnTo>
                    <a:pt x="0" y="1062601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8450545" y="2133600"/>
              <a:ext cx="1061965" cy="1061965"/>
            </a:xfrm>
            <a:custGeom>
              <a:rect b="b" l="l" r="r" t="t"/>
              <a:pathLst>
                <a:path extrusionOk="0" h="1061965" w="1061965">
                  <a:moveTo>
                    <a:pt x="530983" y="0"/>
                  </a:moveTo>
                  <a:cubicBezTo>
                    <a:pt x="238180" y="0"/>
                    <a:pt x="0" y="238180"/>
                    <a:pt x="0" y="530983"/>
                  </a:cubicBezTo>
                  <a:cubicBezTo>
                    <a:pt x="0" y="823786"/>
                    <a:pt x="238180" y="1061966"/>
                    <a:pt x="530983" y="1061966"/>
                  </a:cubicBezTo>
                  <a:cubicBezTo>
                    <a:pt x="823785" y="1061966"/>
                    <a:pt x="1061966" y="823786"/>
                    <a:pt x="1061966" y="530983"/>
                  </a:cubicBezTo>
                  <a:cubicBezTo>
                    <a:pt x="1061966" y="238180"/>
                    <a:pt x="823785" y="0"/>
                    <a:pt x="530983" y="0"/>
                  </a:cubicBezTo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>
              <a:off x="7441297" y="2133600"/>
              <a:ext cx="531618" cy="1062600"/>
            </a:xfrm>
            <a:custGeom>
              <a:rect b="b" l="l" r="r" t="t"/>
              <a:pathLst>
                <a:path extrusionOk="0" h="1062600" w="531618">
                  <a:moveTo>
                    <a:pt x="0" y="0"/>
                  </a:moveTo>
                  <a:lnTo>
                    <a:pt x="0" y="0"/>
                  </a:lnTo>
                  <a:lnTo>
                    <a:pt x="0" y="1062601"/>
                  </a:lnTo>
                  <a:lnTo>
                    <a:pt x="635" y="1062601"/>
                  </a:lnTo>
                  <a:cubicBezTo>
                    <a:pt x="293438" y="1062601"/>
                    <a:pt x="531618" y="824421"/>
                    <a:pt x="531618" y="531618"/>
                  </a:cubicBezTo>
                  <a:cubicBezTo>
                    <a:pt x="531618" y="238180"/>
                    <a:pt x="293438" y="0"/>
                    <a:pt x="0" y="0"/>
                  </a:cubicBezTo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3"/>
            <p:cNvSpPr/>
            <p:nvPr/>
          </p:nvSpPr>
          <p:spPr>
            <a:xfrm>
              <a:off x="7715680" y="1057661"/>
              <a:ext cx="942557" cy="1054979"/>
            </a:xfrm>
            <a:custGeom>
              <a:rect b="b" l="l" r="r" t="t"/>
              <a:pathLst>
                <a:path extrusionOk="0" h="1054979" w="942557">
                  <a:moveTo>
                    <a:pt x="276289" y="1054980"/>
                  </a:moveTo>
                  <a:lnTo>
                    <a:pt x="942558" y="1054980"/>
                  </a:lnTo>
                  <a:lnTo>
                    <a:pt x="333452" y="0"/>
                  </a:lnTo>
                  <a:lnTo>
                    <a:pt x="0" y="577349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3"/>
            <p:cNvSpPr/>
            <p:nvPr/>
          </p:nvSpPr>
          <p:spPr>
            <a:xfrm>
              <a:off x="8000226" y="2133600"/>
              <a:ext cx="482076" cy="512563"/>
            </a:xfrm>
            <a:custGeom>
              <a:rect b="b" l="l" r="r" t="t"/>
              <a:pathLst>
                <a:path extrusionOk="0" h="512563" w="482076">
                  <a:moveTo>
                    <a:pt x="0" y="0"/>
                  </a:moveTo>
                  <a:lnTo>
                    <a:pt x="295978" y="512564"/>
                  </a:lnTo>
                  <a:cubicBezTo>
                    <a:pt x="405859" y="479536"/>
                    <a:pt x="482077" y="377913"/>
                    <a:pt x="482077" y="261681"/>
                  </a:cubicBezTo>
                  <a:cubicBezTo>
                    <a:pt x="482077" y="117502"/>
                    <a:pt x="364575" y="0"/>
                    <a:pt x="22039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>
              <a:off x="6541928" y="1050039"/>
              <a:ext cx="658012" cy="570362"/>
            </a:xfrm>
            <a:custGeom>
              <a:rect b="b" l="l" r="r" t="t"/>
              <a:pathLst>
                <a:path extrusionOk="0" h="570362" w="658012">
                  <a:moveTo>
                    <a:pt x="0" y="0"/>
                  </a:moveTo>
                  <a:lnTo>
                    <a:pt x="329006" y="570362"/>
                  </a:lnTo>
                  <a:lnTo>
                    <a:pt x="658012" y="0"/>
                  </a:lnTo>
                  <a:close/>
                </a:path>
              </a:pathLst>
            </a:custGeom>
            <a:solidFill>
              <a:srgbClr val="1E22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9"/>
                <a:buFont typeface="Calibri"/>
                <a:buNone/>
              </a:pPr>
              <a:r>
                <a:t/>
              </a:r>
              <a:endParaRPr b="0" i="0" sz="1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13"/>
          <p:cNvSpPr txBox="1"/>
          <p:nvPr/>
        </p:nvSpPr>
        <p:spPr>
          <a:xfrm>
            <a:off x="10920413" y="6613551"/>
            <a:ext cx="647699" cy="244449"/>
          </a:xfrm>
          <a:prstGeom prst="rect">
            <a:avLst/>
          </a:prstGeom>
          <a:solidFill>
            <a:srgbClr val="E6EC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ykMv0pwANE2Ze2f88TfxAI_Il3DzF9cu/view" TargetMode="External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47" cy="685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1562427" y="5125339"/>
            <a:ext cx="969757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IOM2</a:t>
            </a:r>
            <a:endParaRPr baseline="30000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4475" y="1013950"/>
            <a:ext cx="1294449" cy="17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1714" y="-190779"/>
            <a:ext cx="5311174" cy="3746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3168957" y="6351715"/>
            <a:ext cx="6098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Nuclear IT Hack 2026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2688925" y="3413200"/>
            <a:ext cx="29286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Карпов Иван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кур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с, бакалавриат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Информационная безопасность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sz="1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688925" y="4324563"/>
            <a:ext cx="29286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Гречишников Михаил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кур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с, бакалавриат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Информационная безопасность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sz="1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8185950" y="3413200"/>
            <a:ext cx="29286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Большаков Михаил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кур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с, бакалавриат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Информационная безопасность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sz="1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8185950" y="4324575"/>
            <a:ext cx="29286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b="1"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Каширина Олеся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кур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с, бакалавриат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Calibri"/>
              <a:buNone/>
            </a:pP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ru-RU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Информационная безопасность</a:t>
            </a:r>
            <a:r>
              <a:rPr lang="ru-RU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sz="1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2525" y="3186362"/>
            <a:ext cx="1101525" cy="94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2535" y="4135747"/>
            <a:ext cx="996396" cy="106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9550" y="4186236"/>
            <a:ext cx="996400" cy="95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83648" y="3369888"/>
            <a:ext cx="808218" cy="7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"/>
          <p:cNvGrpSpPr/>
          <p:nvPr/>
        </p:nvGrpSpPr>
        <p:grpSpPr>
          <a:xfrm>
            <a:off x="402899" y="424105"/>
            <a:ext cx="11825940" cy="6372627"/>
            <a:chOff x="402899" y="424105"/>
            <a:chExt cx="11825940" cy="6372627"/>
          </a:xfrm>
        </p:grpSpPr>
        <p:sp>
          <p:nvSpPr>
            <p:cNvPr id="121" name="Google Shape;121;p2"/>
            <p:cNvSpPr txBox="1"/>
            <p:nvPr/>
          </p:nvSpPr>
          <p:spPr>
            <a:xfrm>
              <a:off x="402899" y="424105"/>
              <a:ext cx="9641214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План верификации </a:t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1583554" y="6510540"/>
              <a:ext cx="645285" cy="286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3" name="Google Shape;12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9625"/>
            <a:ext cx="12192001" cy="22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"/>
          <p:cNvGrpSpPr/>
          <p:nvPr/>
        </p:nvGrpSpPr>
        <p:grpSpPr>
          <a:xfrm>
            <a:off x="381124" y="435553"/>
            <a:ext cx="11832245" cy="6368626"/>
            <a:chOff x="381124" y="435553"/>
            <a:chExt cx="11832245" cy="6368626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381124" y="435553"/>
              <a:ext cx="102819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Разработанные модули тестирования(1/2)</a:t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1568084" y="6517987"/>
              <a:ext cx="645285" cy="286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3"/>
          <p:cNvSpPr txBox="1"/>
          <p:nvPr/>
        </p:nvSpPr>
        <p:spPr>
          <a:xfrm>
            <a:off x="402900" y="1189325"/>
            <a:ext cx="116475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ru-RU" sz="3500"/>
              <a:t>Read-Write-Read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Сканирование АП, поиск readonly-регистров</a:t>
            </a:r>
            <a:endParaRPr sz="3500"/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ru-RU" sz="3500"/>
              <a:t>Write-Sequential-Read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Запись и чтение уникальных значений</a:t>
            </a:r>
            <a:endParaRPr sz="3500"/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ru-RU" sz="3500"/>
              <a:t>Write-Fuzz-Read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Тестирование методом фаззинга</a:t>
            </a:r>
            <a:endParaRPr sz="3500"/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ru-RU" sz="3500"/>
              <a:t>Write-Overflow-Read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Проверка на переполнение</a:t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g395df3ef07d_0_9"/>
          <p:cNvGrpSpPr/>
          <p:nvPr/>
        </p:nvGrpSpPr>
        <p:grpSpPr>
          <a:xfrm>
            <a:off x="381124" y="435553"/>
            <a:ext cx="11832260" cy="6368634"/>
            <a:chOff x="381124" y="435553"/>
            <a:chExt cx="11832260" cy="6368634"/>
          </a:xfrm>
        </p:grpSpPr>
        <p:sp>
          <p:nvSpPr>
            <p:cNvPr id="139" name="Google Shape;139;g395df3ef07d_0_9"/>
            <p:cNvSpPr txBox="1"/>
            <p:nvPr/>
          </p:nvSpPr>
          <p:spPr>
            <a:xfrm>
              <a:off x="381124" y="435553"/>
              <a:ext cx="102819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Разработанные модули тестирования</a:t>
              </a: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(2/2)</a:t>
              </a:r>
              <a:endParaRPr/>
            </a:p>
          </p:txBody>
        </p:sp>
        <p:sp>
          <p:nvSpPr>
            <p:cNvPr id="140" name="Google Shape;140;g395df3ef07d_0_9"/>
            <p:cNvSpPr/>
            <p:nvPr/>
          </p:nvSpPr>
          <p:spPr>
            <a:xfrm>
              <a:off x="11568084" y="6517987"/>
              <a:ext cx="6453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95df3ef07d_0_9"/>
          <p:cNvSpPr txBox="1"/>
          <p:nvPr/>
        </p:nvSpPr>
        <p:spPr>
          <a:xfrm>
            <a:off x="402900" y="1189325"/>
            <a:ext cx="107301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5. Write-Chain-Read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Много операций записи, затем чтение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6. Invalid address scan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Проверка невалидных адресов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7. Read chain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Проверка стабильности чтения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8. Interactive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/>
              <a:t>Модуль интерактивного тестирования</a:t>
            </a:r>
            <a:endParaRPr sz="3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95df3ef07d_0_18"/>
          <p:cNvGrpSpPr/>
          <p:nvPr/>
        </p:nvGrpSpPr>
        <p:grpSpPr>
          <a:xfrm>
            <a:off x="381124" y="435553"/>
            <a:ext cx="11832260" cy="6368634"/>
            <a:chOff x="381124" y="435553"/>
            <a:chExt cx="11832260" cy="6368634"/>
          </a:xfrm>
        </p:grpSpPr>
        <p:sp>
          <p:nvSpPr>
            <p:cNvPr id="148" name="Google Shape;148;g395df3ef07d_0_18"/>
            <p:cNvSpPr txBox="1"/>
            <p:nvPr/>
          </p:nvSpPr>
          <p:spPr>
            <a:xfrm>
              <a:off x="381124" y="435553"/>
              <a:ext cx="102819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Heatmap</a:t>
              </a:r>
              <a:endParaRPr/>
            </a:p>
          </p:txBody>
        </p:sp>
        <p:sp>
          <p:nvSpPr>
            <p:cNvPr id="149" name="Google Shape;149;g395df3ef07d_0_18"/>
            <p:cNvSpPr/>
            <p:nvPr/>
          </p:nvSpPr>
          <p:spPr>
            <a:xfrm>
              <a:off x="11568084" y="6517987"/>
              <a:ext cx="6453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0" name="Google Shape;150;g395df3ef07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00" y="1346350"/>
            <a:ext cx="10924001" cy="51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g395df3ef07d_0_27"/>
          <p:cNvGrpSpPr/>
          <p:nvPr/>
        </p:nvGrpSpPr>
        <p:grpSpPr>
          <a:xfrm>
            <a:off x="381124" y="435553"/>
            <a:ext cx="11832260" cy="6368634"/>
            <a:chOff x="381124" y="435553"/>
            <a:chExt cx="11832260" cy="6368634"/>
          </a:xfrm>
        </p:grpSpPr>
        <p:sp>
          <p:nvSpPr>
            <p:cNvPr id="157" name="Google Shape;157;g395df3ef07d_0_27"/>
            <p:cNvSpPr txBox="1"/>
            <p:nvPr/>
          </p:nvSpPr>
          <p:spPr>
            <a:xfrm>
              <a:off x="381124" y="435553"/>
              <a:ext cx="102819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FSM Graph</a:t>
              </a:r>
              <a:endParaRPr/>
            </a:p>
          </p:txBody>
        </p:sp>
        <p:sp>
          <p:nvSpPr>
            <p:cNvPr id="158" name="Google Shape;158;g395df3ef07d_0_27"/>
            <p:cNvSpPr/>
            <p:nvPr/>
          </p:nvSpPr>
          <p:spPr>
            <a:xfrm>
              <a:off x="11568084" y="6517987"/>
              <a:ext cx="6453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9" name="Google Shape;159;g395df3ef07d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2551"/>
            <a:ext cx="12192000" cy="455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95df3ef07d_0_36"/>
          <p:cNvGrpSpPr/>
          <p:nvPr/>
        </p:nvGrpSpPr>
        <p:grpSpPr>
          <a:xfrm>
            <a:off x="381124" y="435553"/>
            <a:ext cx="11832260" cy="6368634"/>
            <a:chOff x="381124" y="435553"/>
            <a:chExt cx="11832260" cy="6368634"/>
          </a:xfrm>
        </p:grpSpPr>
        <p:sp>
          <p:nvSpPr>
            <p:cNvPr id="166" name="Google Shape;166;g395df3ef07d_0_36"/>
            <p:cNvSpPr txBox="1"/>
            <p:nvPr/>
          </p:nvSpPr>
          <p:spPr>
            <a:xfrm>
              <a:off x="381124" y="435553"/>
              <a:ext cx="102819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Interactive mode</a:t>
              </a:r>
              <a:endParaRPr/>
            </a:p>
          </p:txBody>
        </p:sp>
        <p:sp>
          <p:nvSpPr>
            <p:cNvPr id="167" name="Google Shape;167;g395df3ef07d_0_36"/>
            <p:cNvSpPr/>
            <p:nvPr/>
          </p:nvSpPr>
          <p:spPr>
            <a:xfrm>
              <a:off x="11568084" y="6517987"/>
              <a:ext cx="6453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8" name="Google Shape;168;g395df3ef07d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8756"/>
            <a:ext cx="12191999" cy="262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95df3ef07d_0_49"/>
          <p:cNvGrpSpPr/>
          <p:nvPr/>
        </p:nvGrpSpPr>
        <p:grpSpPr>
          <a:xfrm>
            <a:off x="381124" y="435553"/>
            <a:ext cx="11832260" cy="6368634"/>
            <a:chOff x="381124" y="435553"/>
            <a:chExt cx="11832260" cy="6368634"/>
          </a:xfrm>
        </p:grpSpPr>
        <p:sp>
          <p:nvSpPr>
            <p:cNvPr id="175" name="Google Shape;175;g395df3ef07d_0_49"/>
            <p:cNvSpPr txBox="1"/>
            <p:nvPr/>
          </p:nvSpPr>
          <p:spPr>
            <a:xfrm>
              <a:off x="381124" y="435553"/>
              <a:ext cx="102819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5BC"/>
                </a:buClr>
                <a:buSzPts val="4000"/>
                <a:buFont typeface="Calibri"/>
                <a:buNone/>
              </a:pPr>
              <a:r>
                <a:rPr lang="ru-RU" sz="4000">
                  <a:solidFill>
                    <a:srgbClr val="0055BC"/>
                  </a:solidFill>
                  <a:latin typeface="Calibri"/>
                  <a:ea typeface="Calibri"/>
                  <a:cs typeface="Calibri"/>
                  <a:sym typeface="Calibri"/>
                </a:rPr>
                <a:t>Найденные баги</a:t>
              </a:r>
              <a:endParaRPr/>
            </a:p>
          </p:txBody>
        </p:sp>
        <p:sp>
          <p:nvSpPr>
            <p:cNvPr id="176" name="Google Shape;176;g395df3ef07d_0_49"/>
            <p:cNvSpPr/>
            <p:nvPr/>
          </p:nvSpPr>
          <p:spPr>
            <a:xfrm>
              <a:off x="11568084" y="6517987"/>
              <a:ext cx="6453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Calibri"/>
                <a:buNone/>
              </a:pPr>
              <a:r>
                <a:rPr lang="ru-RU" sz="1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95df3ef07d_0_49"/>
          <p:cNvSpPr txBox="1"/>
          <p:nvPr/>
        </p:nvSpPr>
        <p:spPr>
          <a:xfrm>
            <a:off x="405000" y="1386700"/>
            <a:ext cx="11163000" cy="50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Deadlock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Запись в регистр 0x3 блокирует регистр 0x4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Sticky read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Запись в регистр 0x2 конкретного числа(0x42) приводит к залипанию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Overflow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Запись в регистр числа свыше 0xFFFF приводит к искажению содержимого регистра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4" title="Найденный deadlock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063" y="217875"/>
            <a:ext cx="8417875" cy="63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/>
        </p:nvSpPr>
        <p:spPr>
          <a:xfrm>
            <a:off x="182042" y="229916"/>
            <a:ext cx="62003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BC"/>
              </a:buClr>
              <a:buSzPts val="4000"/>
              <a:buFont typeface="Calibri"/>
              <a:buNone/>
            </a:pPr>
            <a:r>
              <a:rPr lang="ru-RU" sz="40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Команда «IOM2»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7937937" y="4713119"/>
            <a:ext cx="35352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050" spcFirstLastPara="1" rIns="95050" wrap="square" tIns="475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Каширина Олеся, Б23-515, НИЯУ МИФИ 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BC"/>
              </a:buClr>
              <a:buSzPts val="1800"/>
              <a:buFont typeface="Calibri"/>
              <a:buNone/>
            </a:pPr>
            <a: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Frontend dev</a:t>
            </a:r>
            <a:b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Test Engineer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2791735" y="1905629"/>
            <a:ext cx="3324300" cy="1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050" spcFirstLastPara="1" rIns="95050" wrap="square" tIns="475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Карпов Иван, Б23-515, НИЯУ МИФИ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BC"/>
              </a:buClr>
              <a:buSzPts val="1600"/>
              <a:buFont typeface="Calibri"/>
              <a:buNone/>
            </a:pPr>
            <a:r>
              <a:rPr lang="ru-RU" sz="16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Капитан команды</a:t>
            </a:r>
            <a:br>
              <a:rPr lang="ru-RU" sz="16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6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Coverage Engineer</a:t>
            </a:r>
            <a:endParaRPr sz="1600">
              <a:solidFill>
                <a:srgbClr val="0055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960157" y="2152989"/>
            <a:ext cx="3021900" cy="1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050" spcFirstLastPara="1" rIns="95050" wrap="square" tIns="47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Большаков Михаил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Б23-515, НИЯУ МИФИ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BC"/>
              </a:buClr>
              <a:buSzPts val="1800"/>
              <a:buFont typeface="Calibri"/>
              <a:buNone/>
            </a:pPr>
            <a: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Frontend dev</a:t>
            </a:r>
            <a:endParaRPr sz="1800">
              <a:solidFill>
                <a:srgbClr val="0055B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BC"/>
              </a:buClr>
              <a:buSzPts val="1800"/>
              <a:buFont typeface="Calibri"/>
              <a:buNone/>
            </a:pPr>
            <a: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Backend dev</a:t>
            </a:r>
            <a:b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2679325" y="4713124"/>
            <a:ext cx="30777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050" spcFirstLastPara="1" rIns="95050" wrap="square" tIns="475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Гречишников Михаил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Б23-515, НИЯУ МИФИ 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BC"/>
              </a:buClr>
              <a:buSzPts val="1800"/>
              <a:buFont typeface="Calibri"/>
              <a:buNone/>
            </a:pPr>
            <a: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Test Engineer</a:t>
            </a:r>
            <a:b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800">
                <a:solidFill>
                  <a:srgbClr val="0055BC"/>
                </a:solidFill>
                <a:latin typeface="Calibri"/>
                <a:ea typeface="Calibri"/>
                <a:cs typeface="Calibri"/>
                <a:sym typeface="Calibri"/>
              </a:rPr>
              <a:t>Backend dev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925" y="1812413"/>
            <a:ext cx="1863400" cy="160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621" y="4447226"/>
            <a:ext cx="1440000" cy="1532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2026" y="2044145"/>
            <a:ext cx="1345675" cy="12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2025" y="4667326"/>
            <a:ext cx="1345675" cy="1295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/>
          <p:nvPr>
            <p:ph type="title"/>
          </p:nvPr>
        </p:nvSpPr>
        <p:spPr>
          <a:xfrm>
            <a:off x="623888" y="666128"/>
            <a:ext cx="9359900" cy="58280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36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200"/>
              <a:buFont typeface="Poppins"/>
              <a:buNone/>
            </a:pPr>
            <a:r>
              <a:rPr lang="ru-RU">
                <a:solidFill>
                  <a:srgbClr val="1E22AA"/>
                </a:solidFill>
                <a:latin typeface="Poppins"/>
                <a:ea typeface="Poppins"/>
                <a:cs typeface="Poppins"/>
                <a:sym typeface="Poppins"/>
              </a:rPr>
              <a:t>Технологии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38096" y="1720353"/>
            <a:ext cx="5616574" cy="90061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44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 Light"/>
              <a:buNone/>
            </a:pPr>
            <a:r>
              <a:rPr lang="ru-RU" sz="2400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rPr>
              <a:t>Языки программирования: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800"/>
              <a:buFont typeface="Poppins Light"/>
              <a:buNone/>
            </a:pPr>
            <a:r>
              <a:rPr lang="ru-RU" sz="1800">
                <a:solidFill>
                  <a:srgbClr val="E6007E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</a:t>
            </a:r>
            <a:endParaRPr sz="1800">
              <a:solidFill>
                <a:srgbClr val="E6007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38096" y="2912912"/>
            <a:ext cx="5602366" cy="90061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44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 Light"/>
              <a:buNone/>
            </a:pPr>
            <a:r>
              <a:rPr lang="ru-RU" sz="2400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rPr>
              <a:t>Инфраструктура разработки: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800"/>
              <a:buFont typeface="Poppins Light"/>
              <a:buNone/>
            </a:pPr>
            <a:r>
              <a:rPr lang="ru-RU" sz="1800">
                <a:solidFill>
                  <a:srgbClr val="E6007E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Linux, Python Venv</a:t>
            </a:r>
            <a:endParaRPr sz="1800">
              <a:solidFill>
                <a:srgbClr val="7F7F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38096" y="4089444"/>
            <a:ext cx="5313442" cy="90061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44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 Light"/>
              <a:buNone/>
            </a:pPr>
            <a:r>
              <a:rPr lang="ru-RU" sz="2400">
                <a:solidFill>
                  <a:srgbClr val="7F7F7F"/>
                </a:solidFill>
                <a:latin typeface="Poppins Light"/>
                <a:ea typeface="Poppins Light"/>
                <a:cs typeface="Poppins Light"/>
                <a:sym typeface="Poppins Light"/>
              </a:rPr>
              <a:t>Визуализация: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800"/>
              <a:buFont typeface="Calibri"/>
              <a:buNone/>
            </a:pPr>
            <a:r>
              <a:rPr lang="ru-RU" sz="1800">
                <a:solidFill>
                  <a:srgbClr val="E6007E"/>
                </a:solidFill>
                <a:latin typeface="Calibri"/>
                <a:ea typeface="Calibri"/>
                <a:cs typeface="Calibri"/>
                <a:sym typeface="Calibri"/>
              </a:rPr>
              <a:t>Streamlit, networkx, plotly, pandas</a:t>
            </a:r>
            <a:br>
              <a:rPr lang="ru-RU" sz="1800">
                <a:solidFill>
                  <a:srgbClr val="E6007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rgbClr val="E600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6"/>
          <p:cNvGrpSpPr/>
          <p:nvPr/>
        </p:nvGrpSpPr>
        <p:grpSpPr>
          <a:xfrm>
            <a:off x="9656123" y="5570874"/>
            <a:ext cx="1911988" cy="786668"/>
            <a:chOff x="1524965" y="1294006"/>
            <a:chExt cx="1490218" cy="613136"/>
          </a:xfrm>
        </p:grpSpPr>
        <p:sp>
          <p:nvSpPr>
            <p:cNvPr id="208" name="Google Shape;208;p6"/>
            <p:cNvSpPr/>
            <p:nvPr/>
          </p:nvSpPr>
          <p:spPr>
            <a:xfrm>
              <a:off x="2057609" y="1699104"/>
              <a:ext cx="172475" cy="204676"/>
            </a:xfrm>
            <a:custGeom>
              <a:rect b="b" l="l" r="r" t="t"/>
              <a:pathLst>
                <a:path extrusionOk="0" h="204676" w="172475">
                  <a:moveTo>
                    <a:pt x="0" y="0"/>
                  </a:moveTo>
                  <a:lnTo>
                    <a:pt x="35391" y="0"/>
                  </a:lnTo>
                  <a:lnTo>
                    <a:pt x="35391" y="149364"/>
                  </a:lnTo>
                  <a:lnTo>
                    <a:pt x="138876" y="0"/>
                  </a:lnTo>
                  <a:lnTo>
                    <a:pt x="172475" y="0"/>
                  </a:lnTo>
                  <a:lnTo>
                    <a:pt x="172475" y="204676"/>
                  </a:lnTo>
                  <a:lnTo>
                    <a:pt x="137084" y="204676"/>
                  </a:lnTo>
                  <a:lnTo>
                    <a:pt x="137084" y="55536"/>
                  </a:lnTo>
                  <a:lnTo>
                    <a:pt x="33823" y="204676"/>
                  </a:lnTo>
                  <a:lnTo>
                    <a:pt x="0" y="204676"/>
                  </a:lnTo>
                  <a:close/>
                </a:path>
              </a:pathLst>
            </a:custGeom>
            <a:solidFill>
              <a:srgbClr val="E600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2263460" y="1699104"/>
              <a:ext cx="169563" cy="204676"/>
            </a:xfrm>
            <a:custGeom>
              <a:rect b="b" l="l" r="r" t="t"/>
              <a:pathLst>
                <a:path extrusionOk="0" h="204676" w="169563">
                  <a:moveTo>
                    <a:pt x="0" y="0"/>
                  </a:moveTo>
                  <a:lnTo>
                    <a:pt x="36063" y="0"/>
                  </a:lnTo>
                  <a:lnTo>
                    <a:pt x="36063" y="85095"/>
                  </a:lnTo>
                  <a:lnTo>
                    <a:pt x="133724" y="85095"/>
                  </a:lnTo>
                  <a:lnTo>
                    <a:pt x="133724" y="0"/>
                  </a:lnTo>
                  <a:lnTo>
                    <a:pt x="169563" y="0"/>
                  </a:lnTo>
                  <a:lnTo>
                    <a:pt x="169563" y="204676"/>
                  </a:lnTo>
                  <a:lnTo>
                    <a:pt x="133724" y="204676"/>
                  </a:lnTo>
                  <a:lnTo>
                    <a:pt x="133724" y="118461"/>
                  </a:lnTo>
                  <a:lnTo>
                    <a:pt x="36063" y="118461"/>
                  </a:lnTo>
                  <a:lnTo>
                    <a:pt x="36063" y="204676"/>
                  </a:lnTo>
                  <a:lnTo>
                    <a:pt x="0" y="204676"/>
                  </a:lnTo>
                  <a:close/>
                </a:path>
              </a:pathLst>
            </a:custGeom>
            <a:solidFill>
              <a:srgbClr val="E600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2457215" y="1699104"/>
              <a:ext cx="165979" cy="204676"/>
            </a:xfrm>
            <a:custGeom>
              <a:rect b="b" l="l" r="r" t="t"/>
              <a:pathLst>
                <a:path extrusionOk="0" h="204676" w="165979">
                  <a:moveTo>
                    <a:pt x="64958" y="33366"/>
                  </a:moveTo>
                  <a:lnTo>
                    <a:pt x="0" y="33366"/>
                  </a:lnTo>
                  <a:lnTo>
                    <a:pt x="0" y="0"/>
                  </a:lnTo>
                  <a:lnTo>
                    <a:pt x="165980" y="0"/>
                  </a:lnTo>
                  <a:lnTo>
                    <a:pt x="165980" y="33366"/>
                  </a:lnTo>
                  <a:lnTo>
                    <a:pt x="101021" y="33366"/>
                  </a:lnTo>
                  <a:lnTo>
                    <a:pt x="101021" y="204676"/>
                  </a:lnTo>
                  <a:lnTo>
                    <a:pt x="64958" y="204676"/>
                  </a:lnTo>
                  <a:close/>
                </a:path>
              </a:pathLst>
            </a:custGeom>
            <a:solidFill>
              <a:srgbClr val="E600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2635514" y="1695297"/>
              <a:ext cx="188379" cy="211845"/>
            </a:xfrm>
            <a:custGeom>
              <a:rect b="b" l="l" r="r" t="t"/>
              <a:pathLst>
                <a:path extrusionOk="0" h="211845" w="188379">
                  <a:moveTo>
                    <a:pt x="0" y="176908"/>
                  </a:moveTo>
                  <a:lnTo>
                    <a:pt x="23072" y="153171"/>
                  </a:lnTo>
                  <a:cubicBezTo>
                    <a:pt x="40991" y="169519"/>
                    <a:pt x="57342" y="179820"/>
                    <a:pt x="83102" y="179820"/>
                  </a:cubicBezTo>
                  <a:cubicBezTo>
                    <a:pt x="117821" y="179820"/>
                    <a:pt x="144252" y="154739"/>
                    <a:pt x="149852" y="120701"/>
                  </a:cubicBezTo>
                  <a:lnTo>
                    <a:pt x="58015" y="120701"/>
                  </a:lnTo>
                  <a:lnTo>
                    <a:pt x="58015" y="90022"/>
                  </a:lnTo>
                  <a:lnTo>
                    <a:pt x="149628" y="90022"/>
                  </a:lnTo>
                  <a:cubicBezTo>
                    <a:pt x="143580" y="56879"/>
                    <a:pt x="117149" y="32695"/>
                    <a:pt x="83326" y="32695"/>
                  </a:cubicBezTo>
                  <a:cubicBezTo>
                    <a:pt x="59582" y="32695"/>
                    <a:pt x="41439" y="42324"/>
                    <a:pt x="25088" y="56879"/>
                  </a:cubicBezTo>
                  <a:lnTo>
                    <a:pt x="4704" y="32247"/>
                  </a:lnTo>
                  <a:cubicBezTo>
                    <a:pt x="23968" y="14108"/>
                    <a:pt x="46143" y="0"/>
                    <a:pt x="83102" y="0"/>
                  </a:cubicBezTo>
                  <a:cubicBezTo>
                    <a:pt x="144924" y="0"/>
                    <a:pt x="188379" y="47922"/>
                    <a:pt x="188379" y="105921"/>
                  </a:cubicBezTo>
                  <a:cubicBezTo>
                    <a:pt x="188379" y="165264"/>
                    <a:pt x="144252" y="211842"/>
                    <a:pt x="84446" y="211842"/>
                  </a:cubicBezTo>
                  <a:cubicBezTo>
                    <a:pt x="45471" y="212066"/>
                    <a:pt x="21056" y="199078"/>
                    <a:pt x="0" y="176908"/>
                  </a:cubicBezTo>
                </a:path>
              </a:pathLst>
            </a:custGeom>
            <a:solidFill>
              <a:srgbClr val="E600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2819413" y="1699104"/>
              <a:ext cx="195770" cy="206915"/>
            </a:xfrm>
            <a:custGeom>
              <a:rect b="b" l="l" r="r" t="t"/>
              <a:pathLst>
                <a:path extrusionOk="0" h="206915" w="195770">
                  <a:moveTo>
                    <a:pt x="0" y="203781"/>
                  </a:moveTo>
                  <a:lnTo>
                    <a:pt x="3584" y="174221"/>
                  </a:lnTo>
                  <a:cubicBezTo>
                    <a:pt x="6272" y="175117"/>
                    <a:pt x="10976" y="176013"/>
                    <a:pt x="15232" y="176013"/>
                  </a:cubicBezTo>
                  <a:cubicBezTo>
                    <a:pt x="36063" y="176013"/>
                    <a:pt x="55327" y="162801"/>
                    <a:pt x="55327" y="40308"/>
                  </a:cubicBezTo>
                  <a:lnTo>
                    <a:pt x="55327" y="0"/>
                  </a:lnTo>
                  <a:lnTo>
                    <a:pt x="195771" y="0"/>
                  </a:lnTo>
                  <a:lnTo>
                    <a:pt x="195771" y="204676"/>
                  </a:lnTo>
                  <a:lnTo>
                    <a:pt x="159708" y="204676"/>
                  </a:lnTo>
                  <a:lnTo>
                    <a:pt x="159708" y="32471"/>
                  </a:lnTo>
                  <a:lnTo>
                    <a:pt x="88926" y="32471"/>
                  </a:lnTo>
                  <a:lnTo>
                    <a:pt x="88926" y="50833"/>
                  </a:lnTo>
                  <a:cubicBezTo>
                    <a:pt x="88926" y="180939"/>
                    <a:pt x="65183" y="206916"/>
                    <a:pt x="24864" y="206916"/>
                  </a:cubicBezTo>
                  <a:cubicBezTo>
                    <a:pt x="17024" y="206916"/>
                    <a:pt x="5600" y="205348"/>
                    <a:pt x="0" y="203781"/>
                  </a:cubicBezTo>
                </a:path>
              </a:pathLst>
            </a:custGeom>
            <a:solidFill>
              <a:srgbClr val="E600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1524965" y="1294006"/>
              <a:ext cx="447971" cy="470710"/>
            </a:xfrm>
            <a:custGeom>
              <a:rect b="b" l="l" r="r" t="t"/>
              <a:pathLst>
                <a:path extrusionOk="0" h="470710" w="447971">
                  <a:moveTo>
                    <a:pt x="256908" y="236923"/>
                  </a:moveTo>
                  <a:cubicBezTo>
                    <a:pt x="256908" y="256853"/>
                    <a:pt x="240780" y="272976"/>
                    <a:pt x="220845" y="272976"/>
                  </a:cubicBezTo>
                  <a:cubicBezTo>
                    <a:pt x="200909" y="272976"/>
                    <a:pt x="184782" y="256853"/>
                    <a:pt x="184782" y="236923"/>
                  </a:cubicBezTo>
                  <a:cubicBezTo>
                    <a:pt x="184782" y="216993"/>
                    <a:pt x="200909" y="200869"/>
                    <a:pt x="220845" y="200869"/>
                  </a:cubicBezTo>
                  <a:cubicBezTo>
                    <a:pt x="240780" y="200869"/>
                    <a:pt x="256908" y="216993"/>
                    <a:pt x="256908" y="236923"/>
                  </a:cubicBezTo>
                  <a:moveTo>
                    <a:pt x="152079" y="166384"/>
                  </a:moveTo>
                  <a:cubicBezTo>
                    <a:pt x="156558" y="158546"/>
                    <a:pt x="161038" y="150932"/>
                    <a:pt x="165742" y="143766"/>
                  </a:cubicBezTo>
                  <a:cubicBezTo>
                    <a:pt x="160814" y="143318"/>
                    <a:pt x="156110" y="143094"/>
                    <a:pt x="151407" y="143094"/>
                  </a:cubicBezTo>
                  <a:cubicBezTo>
                    <a:pt x="120047" y="143094"/>
                    <a:pt x="97200" y="152947"/>
                    <a:pt x="88912" y="169966"/>
                  </a:cubicBezTo>
                  <a:cubicBezTo>
                    <a:pt x="85552" y="176908"/>
                    <a:pt x="84656" y="184970"/>
                    <a:pt x="85776" y="193480"/>
                  </a:cubicBezTo>
                  <a:cubicBezTo>
                    <a:pt x="105264" y="183403"/>
                    <a:pt x="127663" y="174445"/>
                    <a:pt x="152079" y="166384"/>
                  </a:cubicBezTo>
                  <a:moveTo>
                    <a:pt x="179630" y="145334"/>
                  </a:moveTo>
                  <a:cubicBezTo>
                    <a:pt x="176270" y="150484"/>
                    <a:pt x="173134" y="155635"/>
                    <a:pt x="169998" y="160785"/>
                  </a:cubicBezTo>
                  <a:cubicBezTo>
                    <a:pt x="179854" y="157874"/>
                    <a:pt x="189933" y="155187"/>
                    <a:pt x="200237" y="152723"/>
                  </a:cubicBezTo>
                  <a:cubicBezTo>
                    <a:pt x="208525" y="154739"/>
                    <a:pt x="216813" y="157426"/>
                    <a:pt x="225325" y="160561"/>
                  </a:cubicBezTo>
                  <a:cubicBezTo>
                    <a:pt x="219501" y="161681"/>
                    <a:pt x="213453" y="163025"/>
                    <a:pt x="207629" y="164368"/>
                  </a:cubicBezTo>
                  <a:cubicBezTo>
                    <a:pt x="160590" y="175341"/>
                    <a:pt x="120719" y="189897"/>
                    <a:pt x="89360" y="205796"/>
                  </a:cubicBezTo>
                  <a:cubicBezTo>
                    <a:pt x="93840" y="217889"/>
                    <a:pt x="102128" y="230877"/>
                    <a:pt x="113552" y="243641"/>
                  </a:cubicBezTo>
                  <a:cubicBezTo>
                    <a:pt x="120943" y="226174"/>
                    <a:pt x="129455" y="208483"/>
                    <a:pt x="138863" y="190568"/>
                  </a:cubicBezTo>
                  <a:lnTo>
                    <a:pt x="140655" y="186985"/>
                  </a:lnTo>
                  <a:cubicBezTo>
                    <a:pt x="146255" y="184970"/>
                    <a:pt x="152079" y="183179"/>
                    <a:pt x="158126" y="181387"/>
                  </a:cubicBezTo>
                  <a:cubicBezTo>
                    <a:pt x="155438" y="186314"/>
                    <a:pt x="152527" y="191240"/>
                    <a:pt x="149839" y="196391"/>
                  </a:cubicBezTo>
                  <a:cubicBezTo>
                    <a:pt x="126095" y="241402"/>
                    <a:pt x="109520" y="283725"/>
                    <a:pt x="99216" y="320674"/>
                  </a:cubicBezTo>
                  <a:cubicBezTo>
                    <a:pt x="106384" y="321122"/>
                    <a:pt x="113775" y="321346"/>
                    <a:pt x="121391" y="321346"/>
                  </a:cubicBezTo>
                  <a:cubicBezTo>
                    <a:pt x="141775" y="321346"/>
                    <a:pt x="163502" y="319779"/>
                    <a:pt x="185902" y="316644"/>
                  </a:cubicBezTo>
                  <a:cubicBezTo>
                    <a:pt x="193293" y="320227"/>
                    <a:pt x="200909" y="323362"/>
                    <a:pt x="208525" y="326273"/>
                  </a:cubicBezTo>
                  <a:cubicBezTo>
                    <a:pt x="178062" y="331423"/>
                    <a:pt x="148495" y="334335"/>
                    <a:pt x="121391" y="334335"/>
                  </a:cubicBezTo>
                  <a:cubicBezTo>
                    <a:pt x="51729" y="334335"/>
                    <a:pt x="7826" y="317092"/>
                    <a:pt x="882" y="287084"/>
                  </a:cubicBezTo>
                  <a:cubicBezTo>
                    <a:pt x="-5389" y="259764"/>
                    <a:pt x="22162" y="228189"/>
                    <a:pt x="70993" y="200869"/>
                  </a:cubicBezTo>
                  <a:cubicBezTo>
                    <a:pt x="71889" y="205124"/>
                    <a:pt x="73009" y="209379"/>
                    <a:pt x="74576" y="213634"/>
                  </a:cubicBezTo>
                  <a:cubicBezTo>
                    <a:pt x="31570" y="238267"/>
                    <a:pt x="8946" y="264691"/>
                    <a:pt x="13650" y="284173"/>
                  </a:cubicBezTo>
                  <a:cubicBezTo>
                    <a:pt x="17906" y="302312"/>
                    <a:pt x="45009" y="315076"/>
                    <a:pt x="86672" y="319555"/>
                  </a:cubicBezTo>
                  <a:cubicBezTo>
                    <a:pt x="92048" y="299849"/>
                    <a:pt x="98992" y="278799"/>
                    <a:pt x="107728" y="257077"/>
                  </a:cubicBezTo>
                  <a:cubicBezTo>
                    <a:pt x="77041" y="225054"/>
                    <a:pt x="64273" y="190344"/>
                    <a:pt x="77264" y="163920"/>
                  </a:cubicBezTo>
                  <a:cubicBezTo>
                    <a:pt x="88016" y="141975"/>
                    <a:pt x="114448" y="129882"/>
                    <a:pt x="151631" y="129882"/>
                  </a:cubicBezTo>
                  <a:cubicBezTo>
                    <a:pt x="176718" y="129882"/>
                    <a:pt x="204717" y="135480"/>
                    <a:pt x="232940" y="145782"/>
                  </a:cubicBezTo>
                  <a:cubicBezTo>
                    <a:pt x="265644" y="139735"/>
                    <a:pt x="297451" y="136600"/>
                    <a:pt x="326570" y="136600"/>
                  </a:cubicBezTo>
                  <a:cubicBezTo>
                    <a:pt x="335530" y="136600"/>
                    <a:pt x="344042" y="136824"/>
                    <a:pt x="352105" y="137496"/>
                  </a:cubicBezTo>
                  <a:cubicBezTo>
                    <a:pt x="367561" y="73227"/>
                    <a:pt x="362409" y="27544"/>
                    <a:pt x="340234" y="15675"/>
                  </a:cubicBezTo>
                  <a:cubicBezTo>
                    <a:pt x="336202" y="13436"/>
                    <a:pt x="331498" y="12540"/>
                    <a:pt x="326346" y="12540"/>
                  </a:cubicBezTo>
                  <a:cubicBezTo>
                    <a:pt x="291179" y="12540"/>
                    <a:pt x="237644" y="60238"/>
                    <a:pt x="189486" y="130554"/>
                  </a:cubicBezTo>
                  <a:cubicBezTo>
                    <a:pt x="184782" y="129658"/>
                    <a:pt x="180302" y="128986"/>
                    <a:pt x="175598" y="128315"/>
                  </a:cubicBezTo>
                  <a:cubicBezTo>
                    <a:pt x="227565" y="50609"/>
                    <a:pt x="285131" y="0"/>
                    <a:pt x="326346" y="0"/>
                  </a:cubicBezTo>
                  <a:cubicBezTo>
                    <a:pt x="333514" y="0"/>
                    <a:pt x="340234" y="1568"/>
                    <a:pt x="346057" y="4703"/>
                  </a:cubicBezTo>
                  <a:cubicBezTo>
                    <a:pt x="375177" y="20154"/>
                    <a:pt x="380553" y="71435"/>
                    <a:pt x="364649" y="138616"/>
                  </a:cubicBezTo>
                  <a:cubicBezTo>
                    <a:pt x="412136" y="143990"/>
                    <a:pt x="441479" y="159889"/>
                    <a:pt x="447079" y="183850"/>
                  </a:cubicBezTo>
                  <a:cubicBezTo>
                    <a:pt x="452455" y="207364"/>
                    <a:pt x="433415" y="234684"/>
                    <a:pt x="393544" y="260212"/>
                  </a:cubicBezTo>
                  <a:cubicBezTo>
                    <a:pt x="387496" y="264019"/>
                    <a:pt x="381225" y="267826"/>
                    <a:pt x="374505" y="271409"/>
                  </a:cubicBezTo>
                  <a:cubicBezTo>
                    <a:pt x="377193" y="284397"/>
                    <a:pt x="376073" y="296266"/>
                    <a:pt x="370921" y="307015"/>
                  </a:cubicBezTo>
                  <a:cubicBezTo>
                    <a:pt x="360169" y="328960"/>
                    <a:pt x="333738" y="341053"/>
                    <a:pt x="296555" y="341053"/>
                  </a:cubicBezTo>
                  <a:cubicBezTo>
                    <a:pt x="290955" y="341053"/>
                    <a:pt x="285355" y="340605"/>
                    <a:pt x="279531" y="340157"/>
                  </a:cubicBezTo>
                  <a:cubicBezTo>
                    <a:pt x="282219" y="336126"/>
                    <a:pt x="284683" y="331871"/>
                    <a:pt x="287371" y="327617"/>
                  </a:cubicBezTo>
                  <a:cubicBezTo>
                    <a:pt x="290507" y="327840"/>
                    <a:pt x="293643" y="327840"/>
                    <a:pt x="296555" y="327840"/>
                  </a:cubicBezTo>
                  <a:cubicBezTo>
                    <a:pt x="328138" y="327840"/>
                    <a:pt x="350761" y="317987"/>
                    <a:pt x="359049" y="300968"/>
                  </a:cubicBezTo>
                  <a:cubicBezTo>
                    <a:pt x="367337" y="284173"/>
                    <a:pt x="361513" y="261556"/>
                    <a:pt x="343146" y="237147"/>
                  </a:cubicBezTo>
                  <a:cubicBezTo>
                    <a:pt x="340458" y="233564"/>
                    <a:pt x="337546" y="230205"/>
                    <a:pt x="334634" y="226846"/>
                  </a:cubicBezTo>
                  <a:cubicBezTo>
                    <a:pt x="327018" y="244537"/>
                    <a:pt x="318730" y="262675"/>
                    <a:pt x="309322" y="280366"/>
                  </a:cubicBezTo>
                  <a:lnTo>
                    <a:pt x="305515" y="287756"/>
                  </a:lnTo>
                  <a:cubicBezTo>
                    <a:pt x="323658" y="281262"/>
                    <a:pt x="340682" y="274096"/>
                    <a:pt x="356137" y="266482"/>
                  </a:cubicBezTo>
                  <a:cubicBezTo>
                    <a:pt x="357929" y="270737"/>
                    <a:pt x="359049" y="274992"/>
                    <a:pt x="359721" y="279247"/>
                  </a:cubicBezTo>
                  <a:cubicBezTo>
                    <a:pt x="326346" y="295594"/>
                    <a:pt x="286475" y="309478"/>
                    <a:pt x="243468" y="319331"/>
                  </a:cubicBezTo>
                  <a:lnTo>
                    <a:pt x="241004" y="319779"/>
                  </a:lnTo>
                  <a:cubicBezTo>
                    <a:pt x="250188" y="322242"/>
                    <a:pt x="259372" y="324258"/>
                    <a:pt x="268107" y="325601"/>
                  </a:cubicBezTo>
                  <a:cubicBezTo>
                    <a:pt x="270571" y="322018"/>
                    <a:pt x="272811" y="318211"/>
                    <a:pt x="275275" y="314404"/>
                  </a:cubicBezTo>
                  <a:cubicBezTo>
                    <a:pt x="281547" y="312613"/>
                    <a:pt x="287595" y="310597"/>
                    <a:pt x="293419" y="308582"/>
                  </a:cubicBezTo>
                  <a:cubicBezTo>
                    <a:pt x="236748" y="405322"/>
                    <a:pt x="168206" y="470711"/>
                    <a:pt x="121615" y="470711"/>
                  </a:cubicBezTo>
                  <a:cubicBezTo>
                    <a:pt x="114448" y="470711"/>
                    <a:pt x="107728" y="469143"/>
                    <a:pt x="101904" y="466008"/>
                  </a:cubicBezTo>
                  <a:cubicBezTo>
                    <a:pt x="73681" y="451004"/>
                    <a:pt x="67857" y="402411"/>
                    <a:pt x="81968" y="338141"/>
                  </a:cubicBezTo>
                  <a:cubicBezTo>
                    <a:pt x="86000" y="338589"/>
                    <a:pt x="90256" y="338813"/>
                    <a:pt x="94512" y="339037"/>
                  </a:cubicBezTo>
                  <a:cubicBezTo>
                    <a:pt x="80624" y="400171"/>
                    <a:pt x="86224" y="443615"/>
                    <a:pt x="107728" y="454811"/>
                  </a:cubicBezTo>
                  <a:cubicBezTo>
                    <a:pt x="111760" y="456827"/>
                    <a:pt x="116463" y="457946"/>
                    <a:pt x="121615" y="457946"/>
                  </a:cubicBezTo>
                  <a:cubicBezTo>
                    <a:pt x="157230" y="457946"/>
                    <a:pt x="211661" y="409129"/>
                    <a:pt x="260492" y="337246"/>
                  </a:cubicBezTo>
                  <a:cubicBezTo>
                    <a:pt x="236524" y="332767"/>
                    <a:pt x="210989" y="324481"/>
                    <a:pt x="186350" y="312389"/>
                  </a:cubicBezTo>
                  <a:cubicBezTo>
                    <a:pt x="160590" y="299849"/>
                    <a:pt x="138191" y="284845"/>
                    <a:pt x="120271" y="268722"/>
                  </a:cubicBezTo>
                  <a:cubicBezTo>
                    <a:pt x="122063" y="264467"/>
                    <a:pt x="123855" y="259988"/>
                    <a:pt x="125647" y="255510"/>
                  </a:cubicBezTo>
                  <a:cubicBezTo>
                    <a:pt x="143343" y="272305"/>
                    <a:pt x="166190" y="287980"/>
                    <a:pt x="192173" y="300744"/>
                  </a:cubicBezTo>
                  <a:cubicBezTo>
                    <a:pt x="200237" y="304775"/>
                    <a:pt x="208301" y="308134"/>
                    <a:pt x="216589" y="311269"/>
                  </a:cubicBezTo>
                  <a:cubicBezTo>
                    <a:pt x="224653" y="309702"/>
                    <a:pt x="232716" y="308134"/>
                    <a:pt x="240780" y="306119"/>
                  </a:cubicBezTo>
                  <a:cubicBezTo>
                    <a:pt x="256908" y="302312"/>
                    <a:pt x="272811" y="298057"/>
                    <a:pt x="288043" y="293131"/>
                  </a:cubicBezTo>
                  <a:cubicBezTo>
                    <a:pt x="291627" y="286860"/>
                    <a:pt x="295211" y="280590"/>
                    <a:pt x="298571" y="274096"/>
                  </a:cubicBezTo>
                  <a:cubicBezTo>
                    <a:pt x="308874" y="254838"/>
                    <a:pt x="317834" y="235355"/>
                    <a:pt x="325674" y="216545"/>
                  </a:cubicBezTo>
                  <a:cubicBezTo>
                    <a:pt x="307306" y="198630"/>
                    <a:pt x="283563" y="182283"/>
                    <a:pt x="256460" y="169071"/>
                  </a:cubicBezTo>
                  <a:cubicBezTo>
                    <a:pt x="230252" y="157650"/>
                    <a:pt x="204045" y="149141"/>
                    <a:pt x="179630" y="145334"/>
                  </a:cubicBezTo>
                  <a:moveTo>
                    <a:pt x="370249" y="259092"/>
                  </a:moveTo>
                  <a:cubicBezTo>
                    <a:pt x="375849" y="255957"/>
                    <a:pt x="381225" y="252822"/>
                    <a:pt x="386152" y="249463"/>
                  </a:cubicBezTo>
                  <a:cubicBezTo>
                    <a:pt x="420647" y="227294"/>
                    <a:pt x="438119" y="204452"/>
                    <a:pt x="434087" y="186985"/>
                  </a:cubicBezTo>
                  <a:cubicBezTo>
                    <a:pt x="428711" y="164144"/>
                    <a:pt x="387496" y="149812"/>
                    <a:pt x="326346" y="149812"/>
                  </a:cubicBezTo>
                  <a:cubicBezTo>
                    <a:pt x="304170" y="149812"/>
                    <a:pt x="280203" y="151604"/>
                    <a:pt x="255564" y="155411"/>
                  </a:cubicBezTo>
                  <a:lnTo>
                    <a:pt x="261612" y="158322"/>
                  </a:lnTo>
                  <a:cubicBezTo>
                    <a:pt x="287819" y="171086"/>
                    <a:pt x="311338" y="186985"/>
                    <a:pt x="330154" y="204452"/>
                  </a:cubicBezTo>
                  <a:cubicBezTo>
                    <a:pt x="337098" y="186538"/>
                    <a:pt x="342922" y="169295"/>
                    <a:pt x="347625" y="153619"/>
                  </a:cubicBezTo>
                  <a:cubicBezTo>
                    <a:pt x="351881" y="154067"/>
                    <a:pt x="356137" y="154291"/>
                    <a:pt x="360169" y="154963"/>
                  </a:cubicBezTo>
                  <a:cubicBezTo>
                    <a:pt x="355017" y="173325"/>
                    <a:pt x="348073" y="193480"/>
                    <a:pt x="339786" y="214082"/>
                  </a:cubicBezTo>
                  <a:cubicBezTo>
                    <a:pt x="344713" y="219232"/>
                    <a:pt x="349193" y="224607"/>
                    <a:pt x="353225" y="229981"/>
                  </a:cubicBezTo>
                  <a:cubicBezTo>
                    <a:pt x="360841" y="239834"/>
                    <a:pt x="366441" y="249687"/>
                    <a:pt x="370249" y="259092"/>
                  </a:cubicBezTo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2481182" y="1491293"/>
              <a:ext cx="102141" cy="103905"/>
            </a:xfrm>
            <a:custGeom>
              <a:rect b="b" l="l" r="r" t="t"/>
              <a:pathLst>
                <a:path extrusionOk="0" h="103905" w="102141">
                  <a:moveTo>
                    <a:pt x="51071" y="52849"/>
                  </a:moveTo>
                  <a:lnTo>
                    <a:pt x="9408" y="0"/>
                  </a:lnTo>
                  <a:lnTo>
                    <a:pt x="0" y="0"/>
                  </a:lnTo>
                  <a:lnTo>
                    <a:pt x="0" y="103906"/>
                  </a:lnTo>
                  <a:lnTo>
                    <a:pt x="16128" y="103906"/>
                  </a:lnTo>
                  <a:lnTo>
                    <a:pt x="16128" y="30007"/>
                  </a:lnTo>
                  <a:lnTo>
                    <a:pt x="51071" y="73898"/>
                  </a:lnTo>
                  <a:lnTo>
                    <a:pt x="86014" y="30007"/>
                  </a:lnTo>
                  <a:lnTo>
                    <a:pt x="86014" y="103906"/>
                  </a:lnTo>
                  <a:lnTo>
                    <a:pt x="102142" y="103906"/>
                  </a:lnTo>
                  <a:lnTo>
                    <a:pt x="102142" y="0"/>
                  </a:lnTo>
                  <a:lnTo>
                    <a:pt x="92958" y="0"/>
                  </a:lnTo>
                  <a:close/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2601019" y="1491293"/>
              <a:ext cx="80413" cy="103905"/>
            </a:xfrm>
            <a:custGeom>
              <a:rect b="b" l="l" r="r" t="t"/>
              <a:pathLst>
                <a:path extrusionOk="0" h="103905" w="80413">
                  <a:moveTo>
                    <a:pt x="16128" y="73451"/>
                  </a:moveTo>
                  <a:lnTo>
                    <a:pt x="16128" y="0"/>
                  </a:lnTo>
                  <a:lnTo>
                    <a:pt x="0" y="0"/>
                  </a:lnTo>
                  <a:lnTo>
                    <a:pt x="0" y="103906"/>
                  </a:lnTo>
                  <a:lnTo>
                    <a:pt x="9408" y="103906"/>
                  </a:lnTo>
                  <a:lnTo>
                    <a:pt x="64510" y="30679"/>
                  </a:lnTo>
                  <a:lnTo>
                    <a:pt x="64510" y="103906"/>
                  </a:lnTo>
                  <a:lnTo>
                    <a:pt x="80414" y="103906"/>
                  </a:lnTo>
                  <a:lnTo>
                    <a:pt x="80414" y="0"/>
                  </a:lnTo>
                  <a:lnTo>
                    <a:pt x="71006" y="0"/>
                  </a:lnTo>
                  <a:close/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2860180" y="1491293"/>
              <a:ext cx="80413" cy="103905"/>
            </a:xfrm>
            <a:custGeom>
              <a:rect b="b" l="l" r="r" t="t"/>
              <a:pathLst>
                <a:path extrusionOk="0" h="103905" w="80413">
                  <a:moveTo>
                    <a:pt x="71006" y="0"/>
                  </a:moveTo>
                  <a:lnTo>
                    <a:pt x="15904" y="73451"/>
                  </a:lnTo>
                  <a:lnTo>
                    <a:pt x="15904" y="0"/>
                  </a:lnTo>
                  <a:lnTo>
                    <a:pt x="0" y="0"/>
                  </a:lnTo>
                  <a:lnTo>
                    <a:pt x="0" y="103906"/>
                  </a:lnTo>
                  <a:lnTo>
                    <a:pt x="9408" y="103906"/>
                  </a:lnTo>
                  <a:lnTo>
                    <a:pt x="64286" y="30679"/>
                  </a:lnTo>
                  <a:lnTo>
                    <a:pt x="64286" y="103906"/>
                  </a:lnTo>
                  <a:lnTo>
                    <a:pt x="80414" y="103906"/>
                  </a:lnTo>
                  <a:lnTo>
                    <a:pt x="80414" y="0"/>
                  </a:lnTo>
                  <a:close/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2692409" y="1491069"/>
              <a:ext cx="156571" cy="104129"/>
            </a:xfrm>
            <a:custGeom>
              <a:rect b="b" l="l" r="r" t="t"/>
              <a:pathLst>
                <a:path extrusionOk="0" h="104129" w="156571">
                  <a:moveTo>
                    <a:pt x="115133" y="3807"/>
                  </a:moveTo>
                  <a:cubicBezTo>
                    <a:pt x="102813" y="3807"/>
                    <a:pt x="92062" y="10301"/>
                    <a:pt x="86462" y="19258"/>
                  </a:cubicBezTo>
                  <a:lnTo>
                    <a:pt x="86462" y="0"/>
                  </a:lnTo>
                  <a:lnTo>
                    <a:pt x="70334" y="0"/>
                  </a:lnTo>
                  <a:lnTo>
                    <a:pt x="70334" y="46802"/>
                  </a:lnTo>
                  <a:cubicBezTo>
                    <a:pt x="70334" y="62926"/>
                    <a:pt x="58462" y="74346"/>
                    <a:pt x="43231" y="74346"/>
                  </a:cubicBezTo>
                  <a:cubicBezTo>
                    <a:pt x="27999" y="74346"/>
                    <a:pt x="16127" y="62702"/>
                    <a:pt x="16127" y="46802"/>
                  </a:cubicBezTo>
                  <a:cubicBezTo>
                    <a:pt x="16127" y="30679"/>
                    <a:pt x="27999" y="19034"/>
                    <a:pt x="43231" y="19034"/>
                  </a:cubicBezTo>
                  <a:cubicBezTo>
                    <a:pt x="51295" y="19034"/>
                    <a:pt x="58238" y="22393"/>
                    <a:pt x="63166" y="27768"/>
                  </a:cubicBezTo>
                  <a:lnTo>
                    <a:pt x="63166" y="11421"/>
                  </a:lnTo>
                  <a:cubicBezTo>
                    <a:pt x="57342" y="6718"/>
                    <a:pt x="49951" y="3807"/>
                    <a:pt x="41663" y="3807"/>
                  </a:cubicBezTo>
                  <a:cubicBezTo>
                    <a:pt x="16800" y="3807"/>
                    <a:pt x="0" y="22841"/>
                    <a:pt x="0" y="46802"/>
                  </a:cubicBezTo>
                  <a:cubicBezTo>
                    <a:pt x="0" y="70763"/>
                    <a:pt x="16800" y="89574"/>
                    <a:pt x="41663" y="89574"/>
                  </a:cubicBezTo>
                  <a:cubicBezTo>
                    <a:pt x="53983" y="89574"/>
                    <a:pt x="64734" y="83304"/>
                    <a:pt x="70334" y="74346"/>
                  </a:cubicBezTo>
                  <a:lnTo>
                    <a:pt x="70334" y="104130"/>
                  </a:lnTo>
                  <a:lnTo>
                    <a:pt x="86686" y="104130"/>
                  </a:lnTo>
                  <a:lnTo>
                    <a:pt x="86686" y="44563"/>
                  </a:lnTo>
                  <a:lnTo>
                    <a:pt x="86686" y="44563"/>
                  </a:lnTo>
                  <a:cubicBezTo>
                    <a:pt x="87806" y="29559"/>
                    <a:pt x="99230" y="18811"/>
                    <a:pt x="113565" y="18811"/>
                  </a:cubicBezTo>
                  <a:cubicBezTo>
                    <a:pt x="128797" y="18811"/>
                    <a:pt x="140668" y="30679"/>
                    <a:pt x="140668" y="46579"/>
                  </a:cubicBezTo>
                  <a:cubicBezTo>
                    <a:pt x="140668" y="62702"/>
                    <a:pt x="128797" y="74122"/>
                    <a:pt x="113565" y="74122"/>
                  </a:cubicBezTo>
                  <a:cubicBezTo>
                    <a:pt x="105725" y="74122"/>
                    <a:pt x="98781" y="70987"/>
                    <a:pt x="93854" y="65613"/>
                  </a:cubicBezTo>
                  <a:lnTo>
                    <a:pt x="93854" y="82184"/>
                  </a:lnTo>
                  <a:cubicBezTo>
                    <a:pt x="99453" y="86663"/>
                    <a:pt x="106845" y="89350"/>
                    <a:pt x="115133" y="89350"/>
                  </a:cubicBezTo>
                  <a:cubicBezTo>
                    <a:pt x="139772" y="89350"/>
                    <a:pt x="156572" y="70539"/>
                    <a:pt x="156572" y="46579"/>
                  </a:cubicBezTo>
                  <a:cubicBezTo>
                    <a:pt x="156572" y="22841"/>
                    <a:pt x="139772" y="3807"/>
                    <a:pt x="115133" y="3807"/>
                  </a:cubicBezTo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2160199" y="1491293"/>
              <a:ext cx="80413" cy="103905"/>
            </a:xfrm>
            <a:custGeom>
              <a:rect b="b" l="l" r="r" t="t"/>
              <a:pathLst>
                <a:path extrusionOk="0" h="103905" w="80413">
                  <a:moveTo>
                    <a:pt x="15904" y="73451"/>
                  </a:moveTo>
                  <a:lnTo>
                    <a:pt x="15904" y="0"/>
                  </a:lnTo>
                  <a:lnTo>
                    <a:pt x="0" y="0"/>
                  </a:lnTo>
                  <a:lnTo>
                    <a:pt x="0" y="103906"/>
                  </a:lnTo>
                  <a:lnTo>
                    <a:pt x="9408" y="103906"/>
                  </a:lnTo>
                  <a:lnTo>
                    <a:pt x="64286" y="30679"/>
                  </a:lnTo>
                  <a:lnTo>
                    <a:pt x="64286" y="103906"/>
                  </a:lnTo>
                  <a:lnTo>
                    <a:pt x="80414" y="103906"/>
                  </a:lnTo>
                  <a:lnTo>
                    <a:pt x="80414" y="0"/>
                  </a:lnTo>
                  <a:lnTo>
                    <a:pt x="71006" y="0"/>
                  </a:lnTo>
                  <a:close/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2057162" y="1491293"/>
              <a:ext cx="84893" cy="103905"/>
            </a:xfrm>
            <a:custGeom>
              <a:rect b="b" l="l" r="r" t="t"/>
              <a:pathLst>
                <a:path extrusionOk="0" h="103905" w="84893">
                  <a:moveTo>
                    <a:pt x="68990" y="36725"/>
                  </a:moveTo>
                  <a:lnTo>
                    <a:pt x="16127" y="36725"/>
                  </a:lnTo>
                  <a:lnTo>
                    <a:pt x="16127" y="0"/>
                  </a:lnTo>
                  <a:lnTo>
                    <a:pt x="0" y="0"/>
                  </a:lnTo>
                  <a:lnTo>
                    <a:pt x="0" y="103906"/>
                  </a:lnTo>
                  <a:lnTo>
                    <a:pt x="16127" y="103906"/>
                  </a:lnTo>
                  <a:lnTo>
                    <a:pt x="16127" y="52849"/>
                  </a:lnTo>
                  <a:lnTo>
                    <a:pt x="68990" y="52849"/>
                  </a:lnTo>
                  <a:lnTo>
                    <a:pt x="68990" y="103906"/>
                  </a:lnTo>
                  <a:lnTo>
                    <a:pt x="84894" y="103906"/>
                  </a:lnTo>
                  <a:lnTo>
                    <a:pt x="84894" y="0"/>
                  </a:lnTo>
                  <a:lnTo>
                    <a:pt x="68990" y="0"/>
                  </a:lnTo>
                  <a:close/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2348802" y="1491069"/>
              <a:ext cx="89597" cy="107378"/>
            </a:xfrm>
            <a:custGeom>
              <a:rect b="b" l="l" r="r" t="t"/>
              <a:pathLst>
                <a:path extrusionOk="0" h="107378" w="89597">
                  <a:moveTo>
                    <a:pt x="60254" y="42324"/>
                  </a:moveTo>
                  <a:cubicBezTo>
                    <a:pt x="56671" y="49714"/>
                    <a:pt x="47039" y="47922"/>
                    <a:pt x="45471" y="47922"/>
                  </a:cubicBezTo>
                  <a:cubicBezTo>
                    <a:pt x="36959" y="47474"/>
                    <a:pt x="29567" y="40532"/>
                    <a:pt x="25759" y="30007"/>
                  </a:cubicBezTo>
                  <a:cubicBezTo>
                    <a:pt x="25311" y="29112"/>
                    <a:pt x="25088" y="28216"/>
                    <a:pt x="17023" y="224"/>
                  </a:cubicBezTo>
                  <a:lnTo>
                    <a:pt x="0" y="224"/>
                  </a:lnTo>
                  <a:cubicBezTo>
                    <a:pt x="7840" y="28440"/>
                    <a:pt x="9632" y="33814"/>
                    <a:pt x="9856" y="34710"/>
                  </a:cubicBezTo>
                  <a:cubicBezTo>
                    <a:pt x="16576" y="54416"/>
                    <a:pt x="32479" y="66061"/>
                    <a:pt x="54431" y="61134"/>
                  </a:cubicBezTo>
                  <a:lnTo>
                    <a:pt x="48831" y="78825"/>
                  </a:lnTo>
                  <a:cubicBezTo>
                    <a:pt x="45023" y="89798"/>
                    <a:pt x="32031" y="93605"/>
                    <a:pt x="17920" y="89574"/>
                  </a:cubicBezTo>
                  <a:lnTo>
                    <a:pt x="13216" y="105025"/>
                  </a:lnTo>
                  <a:cubicBezTo>
                    <a:pt x="35615" y="111743"/>
                    <a:pt x="57567" y="104354"/>
                    <a:pt x="64734" y="79273"/>
                  </a:cubicBezTo>
                  <a:lnTo>
                    <a:pt x="89598" y="0"/>
                  </a:lnTo>
                  <a:lnTo>
                    <a:pt x="73470" y="0"/>
                  </a:lnTo>
                  <a:lnTo>
                    <a:pt x="60254" y="42324"/>
                  </a:lnTo>
                  <a:close/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2254276" y="1491293"/>
              <a:ext cx="82877" cy="104129"/>
            </a:xfrm>
            <a:custGeom>
              <a:rect b="b" l="l" r="r" t="t"/>
              <a:pathLst>
                <a:path extrusionOk="0" h="104129" w="82877">
                  <a:moveTo>
                    <a:pt x="66750" y="0"/>
                  </a:moveTo>
                  <a:lnTo>
                    <a:pt x="40095" y="0"/>
                  </a:lnTo>
                  <a:lnTo>
                    <a:pt x="39647" y="0"/>
                  </a:lnTo>
                  <a:lnTo>
                    <a:pt x="39647" y="0"/>
                  </a:lnTo>
                  <a:cubicBezTo>
                    <a:pt x="15904" y="224"/>
                    <a:pt x="0" y="18363"/>
                    <a:pt x="0" y="41204"/>
                  </a:cubicBezTo>
                  <a:cubicBezTo>
                    <a:pt x="0" y="55312"/>
                    <a:pt x="6272" y="67628"/>
                    <a:pt x="16352" y="75018"/>
                  </a:cubicBezTo>
                  <a:cubicBezTo>
                    <a:pt x="18815" y="76810"/>
                    <a:pt x="21503" y="78377"/>
                    <a:pt x="24639" y="79497"/>
                  </a:cubicBezTo>
                  <a:cubicBezTo>
                    <a:pt x="23967" y="82184"/>
                    <a:pt x="23071" y="84871"/>
                    <a:pt x="21503" y="87558"/>
                  </a:cubicBezTo>
                  <a:cubicBezTo>
                    <a:pt x="21055" y="88230"/>
                    <a:pt x="20607" y="89126"/>
                    <a:pt x="11200" y="104130"/>
                  </a:cubicBezTo>
                  <a:lnTo>
                    <a:pt x="30463" y="104130"/>
                  </a:lnTo>
                  <a:cubicBezTo>
                    <a:pt x="34047" y="98531"/>
                    <a:pt x="35167" y="96740"/>
                    <a:pt x="35391" y="96292"/>
                  </a:cubicBezTo>
                  <a:cubicBezTo>
                    <a:pt x="38079" y="91813"/>
                    <a:pt x="39647" y="87111"/>
                    <a:pt x="40767" y="82408"/>
                  </a:cubicBezTo>
                  <a:lnTo>
                    <a:pt x="66750" y="82408"/>
                  </a:lnTo>
                  <a:lnTo>
                    <a:pt x="66750" y="104130"/>
                  </a:lnTo>
                  <a:lnTo>
                    <a:pt x="82878" y="104130"/>
                  </a:lnTo>
                  <a:lnTo>
                    <a:pt x="82878" y="0"/>
                  </a:lnTo>
                  <a:lnTo>
                    <a:pt x="74814" y="0"/>
                  </a:lnTo>
                  <a:lnTo>
                    <a:pt x="66750" y="0"/>
                  </a:lnTo>
                  <a:close/>
                  <a:moveTo>
                    <a:pt x="15456" y="41204"/>
                  </a:moveTo>
                  <a:cubicBezTo>
                    <a:pt x="15456" y="25752"/>
                    <a:pt x="26879" y="14556"/>
                    <a:pt x="41439" y="14556"/>
                  </a:cubicBezTo>
                  <a:lnTo>
                    <a:pt x="66526" y="14556"/>
                  </a:lnTo>
                  <a:lnTo>
                    <a:pt x="66526" y="67852"/>
                  </a:lnTo>
                  <a:lnTo>
                    <a:pt x="41215" y="67852"/>
                  </a:lnTo>
                  <a:cubicBezTo>
                    <a:pt x="26879" y="67628"/>
                    <a:pt x="15456" y="56655"/>
                    <a:pt x="15456" y="41204"/>
                  </a:cubicBezTo>
                </a:path>
              </a:pathLst>
            </a:custGeom>
            <a:solidFill>
              <a:srgbClr val="0056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2" name="Google Shape;22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998" y="3108456"/>
            <a:ext cx="2118224" cy="211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>
            <p:ph type="title"/>
          </p:nvPr>
        </p:nvSpPr>
        <p:spPr>
          <a:xfrm>
            <a:off x="623888" y="3751657"/>
            <a:ext cx="5322614" cy="397848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36000" wrap="square" tIns="360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200"/>
              <a:buFont typeface="Poppins"/>
              <a:buNone/>
            </a:pPr>
            <a:r>
              <a:rPr lang="ru-RU">
                <a:solidFill>
                  <a:srgbClr val="1E22AA"/>
                </a:solidFill>
                <a:latin typeface="Poppins"/>
                <a:ea typeface="Poppins"/>
                <a:cs typeface="Poppins"/>
                <a:sym typeface="Poppins"/>
              </a:rPr>
              <a:t>Дополнительные метрики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623888" y="669510"/>
            <a:ext cx="9359900" cy="582809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200"/>
              <a:buFont typeface="Poppins"/>
              <a:buNone/>
            </a:pPr>
            <a:r>
              <a:rPr lang="ru-RU" sz="3200">
                <a:solidFill>
                  <a:srgbClr val="1E22AA"/>
                </a:solidFill>
                <a:latin typeface="Poppins"/>
                <a:ea typeface="Poppins"/>
                <a:cs typeface="Poppins"/>
                <a:sym typeface="Poppins"/>
              </a:rPr>
              <a:t>Метрики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3049353" y="1381068"/>
            <a:ext cx="3028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E6007E"/>
                </a:solidFill>
                <a:latin typeface="Poppins"/>
                <a:ea typeface="Poppins"/>
                <a:cs typeface="Poppins"/>
                <a:sym typeface="Poppins"/>
              </a:rPr>
              <a:t>8.5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Оценка pylint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6152247" y="1370051"/>
            <a:ext cx="2529045" cy="101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E6007E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 Coverage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542139" y="1381068"/>
            <a:ext cx="24324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4400"/>
              <a:buFont typeface="Poppins"/>
              <a:buNone/>
            </a:pPr>
            <a:r>
              <a:rPr lang="ru-RU" sz="4400">
                <a:solidFill>
                  <a:srgbClr val="E6007E"/>
                </a:solidFill>
                <a:latin typeface="Poppins"/>
                <a:ea typeface="Poppins"/>
                <a:cs typeface="Poppins"/>
                <a:sym typeface="Poppins"/>
              </a:rPr>
              <a:t>3/3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Найдено багов</a:t>
            </a:r>
            <a:endParaRPr/>
          </a:p>
        </p:txBody>
      </p:sp>
      <p:grpSp>
        <p:nvGrpSpPr>
          <p:cNvPr id="233" name="Google Shape;233;p7"/>
          <p:cNvGrpSpPr/>
          <p:nvPr/>
        </p:nvGrpSpPr>
        <p:grpSpPr>
          <a:xfrm>
            <a:off x="6857461" y="2818071"/>
            <a:ext cx="3608169" cy="3794605"/>
            <a:chOff x="5863611" y="1933340"/>
            <a:chExt cx="4232456" cy="4451149"/>
          </a:xfrm>
        </p:grpSpPr>
        <p:sp>
          <p:nvSpPr>
            <p:cNvPr id="234" name="Google Shape;234;p7"/>
            <p:cNvSpPr/>
            <p:nvPr/>
          </p:nvSpPr>
          <p:spPr>
            <a:xfrm>
              <a:off x="5863611" y="1933340"/>
              <a:ext cx="4232456" cy="4451149"/>
            </a:xfrm>
            <a:custGeom>
              <a:rect b="b" l="l" r="r" t="t"/>
              <a:pathLst>
                <a:path extrusionOk="0" h="4451149" w="4232456">
                  <a:moveTo>
                    <a:pt x="4223740" y="1737733"/>
                  </a:moveTo>
                  <a:cubicBezTo>
                    <a:pt x="4171101" y="1509992"/>
                    <a:pt x="3893124" y="1360179"/>
                    <a:pt x="3445136" y="1310018"/>
                  </a:cubicBezTo>
                  <a:cubicBezTo>
                    <a:pt x="3595885" y="675387"/>
                    <a:pt x="3546158" y="190121"/>
                    <a:pt x="3270197" y="44115"/>
                  </a:cubicBezTo>
                  <a:cubicBezTo>
                    <a:pt x="3214646" y="15004"/>
                    <a:pt x="3151928" y="0"/>
                    <a:pt x="3084058" y="0"/>
                  </a:cubicBezTo>
                  <a:cubicBezTo>
                    <a:pt x="2696100" y="0"/>
                    <a:pt x="2150451" y="476533"/>
                    <a:pt x="1660351" y="1211710"/>
                  </a:cubicBezTo>
                  <a:cubicBezTo>
                    <a:pt x="1703134" y="1217533"/>
                    <a:pt x="1746813" y="1224475"/>
                    <a:pt x="1790940" y="1232984"/>
                  </a:cubicBezTo>
                  <a:cubicBezTo>
                    <a:pt x="2245872" y="568570"/>
                    <a:pt x="2752098" y="118461"/>
                    <a:pt x="3083834" y="118461"/>
                  </a:cubicBezTo>
                  <a:cubicBezTo>
                    <a:pt x="3132217" y="118461"/>
                    <a:pt x="3176344" y="128539"/>
                    <a:pt x="3214646" y="148917"/>
                  </a:cubicBezTo>
                  <a:cubicBezTo>
                    <a:pt x="3423409" y="259316"/>
                    <a:pt x="3472912" y="692182"/>
                    <a:pt x="3326196" y="1299269"/>
                  </a:cubicBezTo>
                  <a:cubicBezTo>
                    <a:pt x="3249814" y="1293895"/>
                    <a:pt x="3169176" y="1291207"/>
                    <a:pt x="3084506" y="1291207"/>
                  </a:cubicBezTo>
                  <a:cubicBezTo>
                    <a:pt x="2810113" y="1291207"/>
                    <a:pt x="2508393" y="1321215"/>
                    <a:pt x="2199729" y="1377646"/>
                  </a:cubicBezTo>
                  <a:cubicBezTo>
                    <a:pt x="1933176" y="1279339"/>
                    <a:pt x="1667519" y="1226714"/>
                    <a:pt x="1430981" y="1226714"/>
                  </a:cubicBezTo>
                  <a:cubicBezTo>
                    <a:pt x="1079534" y="1226714"/>
                    <a:pt x="830229" y="1341145"/>
                    <a:pt x="728760" y="1549180"/>
                  </a:cubicBezTo>
                  <a:cubicBezTo>
                    <a:pt x="606683" y="1799315"/>
                    <a:pt x="727864" y="2127156"/>
                    <a:pt x="1017488" y="2430811"/>
                  </a:cubicBezTo>
                  <a:cubicBezTo>
                    <a:pt x="935282" y="2635711"/>
                    <a:pt x="868756" y="2833669"/>
                    <a:pt x="818358" y="3020207"/>
                  </a:cubicBezTo>
                  <a:cubicBezTo>
                    <a:pt x="424128" y="2978331"/>
                    <a:pt x="168326" y="2858302"/>
                    <a:pt x="128456" y="2685873"/>
                  </a:cubicBezTo>
                  <a:cubicBezTo>
                    <a:pt x="85897" y="2502022"/>
                    <a:pt x="297795" y="2251439"/>
                    <a:pt x="705241" y="2018771"/>
                  </a:cubicBezTo>
                  <a:cubicBezTo>
                    <a:pt x="690457" y="1978239"/>
                    <a:pt x="679033" y="1937931"/>
                    <a:pt x="671417" y="1898518"/>
                  </a:cubicBezTo>
                  <a:cubicBezTo>
                    <a:pt x="210213" y="2156939"/>
                    <a:pt x="-51188" y="2455220"/>
                    <a:pt x="8395" y="2713640"/>
                  </a:cubicBezTo>
                  <a:cubicBezTo>
                    <a:pt x="74249" y="2997366"/>
                    <a:pt x="489534" y="3159942"/>
                    <a:pt x="1147853" y="3159942"/>
                  </a:cubicBezTo>
                  <a:cubicBezTo>
                    <a:pt x="1404102" y="3159942"/>
                    <a:pt x="1684319" y="3133742"/>
                    <a:pt x="1971703" y="3084028"/>
                  </a:cubicBezTo>
                  <a:cubicBezTo>
                    <a:pt x="1900249" y="3056709"/>
                    <a:pt x="1829019" y="3026253"/>
                    <a:pt x="1758237" y="2992439"/>
                  </a:cubicBezTo>
                  <a:cubicBezTo>
                    <a:pt x="1545890" y="3021103"/>
                    <a:pt x="1339815" y="3036554"/>
                    <a:pt x="1147853" y="3036554"/>
                  </a:cubicBezTo>
                  <a:cubicBezTo>
                    <a:pt x="1074831" y="3036554"/>
                    <a:pt x="1004721" y="3034315"/>
                    <a:pt x="937970" y="3030284"/>
                  </a:cubicBezTo>
                  <a:cubicBezTo>
                    <a:pt x="1033616" y="2680946"/>
                    <a:pt x="1190188" y="2280999"/>
                    <a:pt x="1415526" y="1855523"/>
                  </a:cubicBezTo>
                  <a:cubicBezTo>
                    <a:pt x="1440837" y="1807601"/>
                    <a:pt x="1466821" y="1760350"/>
                    <a:pt x="1493028" y="1713772"/>
                  </a:cubicBezTo>
                  <a:cubicBezTo>
                    <a:pt x="1436805" y="1731239"/>
                    <a:pt x="1381926" y="1748930"/>
                    <a:pt x="1328616" y="1767293"/>
                  </a:cubicBezTo>
                  <a:cubicBezTo>
                    <a:pt x="1322568" y="1778265"/>
                    <a:pt x="1316744" y="1789014"/>
                    <a:pt x="1310920" y="1800211"/>
                  </a:cubicBezTo>
                  <a:cubicBezTo>
                    <a:pt x="1221323" y="1969729"/>
                    <a:pt x="1141133" y="2137680"/>
                    <a:pt x="1070799" y="2302048"/>
                  </a:cubicBezTo>
                  <a:cubicBezTo>
                    <a:pt x="963729" y="2182020"/>
                    <a:pt x="885556" y="2059975"/>
                    <a:pt x="842773" y="1944873"/>
                  </a:cubicBezTo>
                  <a:cubicBezTo>
                    <a:pt x="1138669" y="1794612"/>
                    <a:pt x="1516323" y="1655773"/>
                    <a:pt x="1960055" y="1553211"/>
                  </a:cubicBezTo>
                  <a:cubicBezTo>
                    <a:pt x="2016278" y="1540223"/>
                    <a:pt x="2072276" y="1528354"/>
                    <a:pt x="2128051" y="1517157"/>
                  </a:cubicBezTo>
                  <a:cubicBezTo>
                    <a:pt x="2048757" y="1488270"/>
                    <a:pt x="1969911" y="1463189"/>
                    <a:pt x="1891737" y="1443035"/>
                  </a:cubicBezTo>
                  <a:cubicBezTo>
                    <a:pt x="1794300" y="1466324"/>
                    <a:pt x="1699102" y="1491405"/>
                    <a:pt x="1606817" y="1518501"/>
                  </a:cubicBezTo>
                  <a:cubicBezTo>
                    <a:pt x="1637056" y="1468564"/>
                    <a:pt x="1667743" y="1419746"/>
                    <a:pt x="1698654" y="1371824"/>
                  </a:cubicBezTo>
                  <a:cubicBezTo>
                    <a:pt x="1929816" y="1407877"/>
                    <a:pt x="2177778" y="1487598"/>
                    <a:pt x="2419019" y="1605388"/>
                  </a:cubicBezTo>
                  <a:cubicBezTo>
                    <a:pt x="2673253" y="1729448"/>
                    <a:pt x="2897919" y="1884186"/>
                    <a:pt x="3072186" y="2053481"/>
                  </a:cubicBezTo>
                  <a:cubicBezTo>
                    <a:pt x="2998716" y="2230837"/>
                    <a:pt x="2913598" y="2414240"/>
                    <a:pt x="2817057" y="2596523"/>
                  </a:cubicBezTo>
                  <a:cubicBezTo>
                    <a:pt x="2784802" y="2657433"/>
                    <a:pt x="2751651" y="2717448"/>
                    <a:pt x="2718051" y="2776566"/>
                  </a:cubicBezTo>
                  <a:cubicBezTo>
                    <a:pt x="2574919" y="2822025"/>
                    <a:pt x="2425515" y="2863005"/>
                    <a:pt x="2272079" y="2898386"/>
                  </a:cubicBezTo>
                  <a:cubicBezTo>
                    <a:pt x="2195473" y="2916077"/>
                    <a:pt x="2119091" y="2931976"/>
                    <a:pt x="2043157" y="2946309"/>
                  </a:cubicBezTo>
                  <a:cubicBezTo>
                    <a:pt x="1966327" y="2916973"/>
                    <a:pt x="1889497" y="2883607"/>
                    <a:pt x="1813115" y="2846434"/>
                  </a:cubicBezTo>
                  <a:cubicBezTo>
                    <a:pt x="1567169" y="2726405"/>
                    <a:pt x="1352584" y="2577040"/>
                    <a:pt x="1185036" y="2419166"/>
                  </a:cubicBezTo>
                  <a:cubicBezTo>
                    <a:pt x="1167564" y="2461042"/>
                    <a:pt x="1150093" y="2502694"/>
                    <a:pt x="1133965" y="2543674"/>
                  </a:cubicBezTo>
                  <a:cubicBezTo>
                    <a:pt x="1303753" y="2695950"/>
                    <a:pt x="1515651" y="2838148"/>
                    <a:pt x="1759357" y="2957058"/>
                  </a:cubicBezTo>
                  <a:cubicBezTo>
                    <a:pt x="1992758" y="3071040"/>
                    <a:pt x="2232432" y="3150313"/>
                    <a:pt x="2459786" y="3191517"/>
                  </a:cubicBezTo>
                  <a:cubicBezTo>
                    <a:pt x="2000150" y="3870487"/>
                    <a:pt x="1484740" y="4332688"/>
                    <a:pt x="1148525" y="4332688"/>
                  </a:cubicBezTo>
                  <a:cubicBezTo>
                    <a:pt x="1099918" y="4332688"/>
                    <a:pt x="1055791" y="4322387"/>
                    <a:pt x="1017712" y="4302233"/>
                  </a:cubicBezTo>
                  <a:cubicBezTo>
                    <a:pt x="815445" y="4195192"/>
                    <a:pt x="762583" y="3785392"/>
                    <a:pt x="893171" y="3207640"/>
                  </a:cubicBezTo>
                  <a:cubicBezTo>
                    <a:pt x="852180" y="3205625"/>
                    <a:pt x="812533" y="3202714"/>
                    <a:pt x="773782" y="3199131"/>
                  </a:cubicBezTo>
                  <a:cubicBezTo>
                    <a:pt x="639610" y="3805322"/>
                    <a:pt x="694712" y="4265508"/>
                    <a:pt x="962385" y="4407035"/>
                  </a:cubicBezTo>
                  <a:cubicBezTo>
                    <a:pt x="1017936" y="4436146"/>
                    <a:pt x="1080431" y="4451150"/>
                    <a:pt x="1148525" y="4451150"/>
                  </a:cubicBezTo>
                  <a:cubicBezTo>
                    <a:pt x="1590017" y="4451150"/>
                    <a:pt x="2236464" y="3833538"/>
                    <a:pt x="2772482" y="2918989"/>
                  </a:cubicBezTo>
                  <a:cubicBezTo>
                    <a:pt x="2716259" y="2938023"/>
                    <a:pt x="2658917" y="2956386"/>
                    <a:pt x="2600679" y="2973629"/>
                  </a:cubicBezTo>
                  <a:cubicBezTo>
                    <a:pt x="2578503" y="3009458"/>
                    <a:pt x="2556328" y="3044840"/>
                    <a:pt x="2533704" y="3079550"/>
                  </a:cubicBezTo>
                  <a:cubicBezTo>
                    <a:pt x="2449706" y="3066561"/>
                    <a:pt x="2363693" y="3047751"/>
                    <a:pt x="2276335" y="3023566"/>
                  </a:cubicBezTo>
                  <a:cubicBezTo>
                    <a:pt x="2284175" y="3021775"/>
                    <a:pt x="2292015" y="3019983"/>
                    <a:pt x="2299855" y="3018191"/>
                  </a:cubicBezTo>
                  <a:cubicBezTo>
                    <a:pt x="2705060" y="2924587"/>
                    <a:pt x="3083162" y="2793137"/>
                    <a:pt x="3398321" y="2638622"/>
                  </a:cubicBezTo>
                  <a:cubicBezTo>
                    <a:pt x="3391602" y="2599882"/>
                    <a:pt x="3380178" y="2559797"/>
                    <a:pt x="3364051" y="2518593"/>
                  </a:cubicBezTo>
                  <a:cubicBezTo>
                    <a:pt x="3217783" y="2591372"/>
                    <a:pt x="3056730" y="2659225"/>
                    <a:pt x="2884927" y="2720358"/>
                  </a:cubicBezTo>
                  <a:cubicBezTo>
                    <a:pt x="2897247" y="2697517"/>
                    <a:pt x="2909566" y="2674676"/>
                    <a:pt x="2921438" y="2651610"/>
                  </a:cubicBezTo>
                  <a:cubicBezTo>
                    <a:pt x="3009916" y="2484331"/>
                    <a:pt x="3090106" y="2313917"/>
                    <a:pt x="3161112" y="2146190"/>
                  </a:cubicBezTo>
                  <a:cubicBezTo>
                    <a:pt x="3190007" y="2178661"/>
                    <a:pt x="3217110" y="2211355"/>
                    <a:pt x="3242198" y="2244497"/>
                  </a:cubicBezTo>
                  <a:cubicBezTo>
                    <a:pt x="3416689" y="2475374"/>
                    <a:pt x="3470224" y="2689903"/>
                    <a:pt x="3392722" y="2848449"/>
                  </a:cubicBezTo>
                  <a:cubicBezTo>
                    <a:pt x="3314099" y="3009458"/>
                    <a:pt x="3098618" y="3101719"/>
                    <a:pt x="2801153" y="3101719"/>
                  </a:cubicBezTo>
                  <a:cubicBezTo>
                    <a:pt x="2772482" y="3101719"/>
                    <a:pt x="2742915" y="3100152"/>
                    <a:pt x="2713348" y="3098584"/>
                  </a:cubicBezTo>
                  <a:cubicBezTo>
                    <a:pt x="2688709" y="3138445"/>
                    <a:pt x="2664293" y="3177633"/>
                    <a:pt x="2639206" y="3216374"/>
                  </a:cubicBezTo>
                  <a:cubicBezTo>
                    <a:pt x="2694308" y="3221301"/>
                    <a:pt x="2748515" y="3225107"/>
                    <a:pt x="2800929" y="3225107"/>
                  </a:cubicBezTo>
                  <a:cubicBezTo>
                    <a:pt x="3152376" y="3225107"/>
                    <a:pt x="3401681" y="3110453"/>
                    <a:pt x="3503151" y="2902641"/>
                  </a:cubicBezTo>
                  <a:cubicBezTo>
                    <a:pt x="3551982" y="2802766"/>
                    <a:pt x="3562733" y="2689007"/>
                    <a:pt x="3536526" y="2566963"/>
                  </a:cubicBezTo>
                  <a:cubicBezTo>
                    <a:pt x="3600140" y="2532253"/>
                    <a:pt x="3660843" y="2496648"/>
                    <a:pt x="3717513" y="2460146"/>
                  </a:cubicBezTo>
                  <a:cubicBezTo>
                    <a:pt x="4095616" y="2217177"/>
                    <a:pt x="4275483" y="1960548"/>
                    <a:pt x="4223740" y="1737733"/>
                  </a:cubicBezTo>
                  <a:close/>
                  <a:moveTo>
                    <a:pt x="1437701" y="1570454"/>
                  </a:moveTo>
                  <a:cubicBezTo>
                    <a:pt x="1206987" y="1645696"/>
                    <a:pt x="995984" y="1731687"/>
                    <a:pt x="810966" y="1824396"/>
                  </a:cubicBezTo>
                  <a:cubicBezTo>
                    <a:pt x="798870" y="1744003"/>
                    <a:pt x="807381" y="1668985"/>
                    <a:pt x="839637" y="1602924"/>
                  </a:cubicBezTo>
                  <a:cubicBezTo>
                    <a:pt x="918259" y="1441915"/>
                    <a:pt x="1133741" y="1349654"/>
                    <a:pt x="1431205" y="1349654"/>
                  </a:cubicBezTo>
                  <a:cubicBezTo>
                    <a:pt x="1475556" y="1349654"/>
                    <a:pt x="1520803" y="1351670"/>
                    <a:pt x="1567169" y="1355477"/>
                  </a:cubicBezTo>
                  <a:cubicBezTo>
                    <a:pt x="1523267" y="1425344"/>
                    <a:pt x="1480260" y="1497003"/>
                    <a:pt x="1437701" y="1570454"/>
                  </a:cubicBezTo>
                  <a:close/>
                  <a:moveTo>
                    <a:pt x="3650763" y="2356241"/>
                  </a:moveTo>
                  <a:cubicBezTo>
                    <a:pt x="3603276" y="2386920"/>
                    <a:pt x="3552653" y="2416703"/>
                    <a:pt x="3499791" y="2446262"/>
                  </a:cubicBezTo>
                  <a:cubicBezTo>
                    <a:pt x="3464624" y="2356689"/>
                    <a:pt x="3411314" y="2263980"/>
                    <a:pt x="3340307" y="2169927"/>
                  </a:cubicBezTo>
                  <a:cubicBezTo>
                    <a:pt x="3302004" y="2119318"/>
                    <a:pt x="3259445" y="2069380"/>
                    <a:pt x="3212855" y="2020339"/>
                  </a:cubicBezTo>
                  <a:cubicBezTo>
                    <a:pt x="3290804" y="1824844"/>
                    <a:pt x="3355763" y="1635395"/>
                    <a:pt x="3405041" y="1461622"/>
                  </a:cubicBezTo>
                  <a:cubicBezTo>
                    <a:pt x="3366515" y="1456695"/>
                    <a:pt x="3326643" y="1452888"/>
                    <a:pt x="3285653" y="1449529"/>
                  </a:cubicBezTo>
                  <a:cubicBezTo>
                    <a:pt x="3242870" y="1597998"/>
                    <a:pt x="3187767" y="1760350"/>
                    <a:pt x="3121465" y="1930317"/>
                  </a:cubicBezTo>
                  <a:cubicBezTo>
                    <a:pt x="2943390" y="1765501"/>
                    <a:pt x="2721188" y="1615465"/>
                    <a:pt x="2472778" y="1494316"/>
                  </a:cubicBezTo>
                  <a:cubicBezTo>
                    <a:pt x="2453515" y="1484911"/>
                    <a:pt x="2434027" y="1475729"/>
                    <a:pt x="2414764" y="1466772"/>
                  </a:cubicBezTo>
                  <a:cubicBezTo>
                    <a:pt x="2648165" y="1432286"/>
                    <a:pt x="2874847" y="1414147"/>
                    <a:pt x="3084506" y="1414147"/>
                  </a:cubicBezTo>
                  <a:cubicBezTo>
                    <a:pt x="3663083" y="1414147"/>
                    <a:pt x="4053728" y="1548508"/>
                    <a:pt x="4103679" y="1765053"/>
                  </a:cubicBezTo>
                  <a:cubicBezTo>
                    <a:pt x="4142206" y="1930989"/>
                    <a:pt x="3977122" y="2146414"/>
                    <a:pt x="3650763" y="2356241"/>
                  </a:cubicBezTo>
                  <a:close/>
                </a:path>
              </a:pathLst>
            </a:custGeom>
            <a:solidFill>
              <a:srgbClr val="86888C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7610424" y="3828947"/>
              <a:ext cx="682285" cy="682329"/>
            </a:xfrm>
            <a:custGeom>
              <a:rect b="b" l="l" r="r" t="t"/>
              <a:pathLst>
                <a:path extrusionOk="0" h="682329" w="682285">
                  <a:moveTo>
                    <a:pt x="341143" y="682329"/>
                  </a:moveTo>
                  <a:cubicBezTo>
                    <a:pt x="529522" y="682329"/>
                    <a:pt x="682286" y="529606"/>
                    <a:pt x="682286" y="341276"/>
                  </a:cubicBezTo>
                  <a:cubicBezTo>
                    <a:pt x="682286" y="152724"/>
                    <a:pt x="529522" y="0"/>
                    <a:pt x="341143" y="0"/>
                  </a:cubicBezTo>
                  <a:cubicBezTo>
                    <a:pt x="152764" y="0"/>
                    <a:pt x="0" y="152724"/>
                    <a:pt x="0" y="341276"/>
                  </a:cubicBezTo>
                  <a:cubicBezTo>
                    <a:pt x="0" y="529606"/>
                    <a:pt x="152764" y="682329"/>
                    <a:pt x="341143" y="682329"/>
                  </a:cubicBezTo>
                  <a:close/>
                </a:path>
              </a:pathLst>
            </a:custGeom>
            <a:solidFill>
              <a:srgbClr val="86888C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7"/>
          <p:cNvSpPr txBox="1"/>
          <p:nvPr/>
        </p:nvSpPr>
        <p:spPr>
          <a:xfrm>
            <a:off x="623897" y="4729051"/>
            <a:ext cx="25290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E6007E"/>
                </a:solidFill>
                <a:latin typeface="Poppins"/>
                <a:ea typeface="Poppins"/>
                <a:cs typeface="Poppins"/>
                <a:sym typeface="Poppins"/>
              </a:rPr>
              <a:t>7 + 1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Тестовых сценариев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4039347" y="4604251"/>
            <a:ext cx="2529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E6007E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Покрытие адресного пространства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A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2100" y="-4404848"/>
            <a:ext cx="2459369" cy="316699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 txBox="1"/>
          <p:nvPr/>
        </p:nvSpPr>
        <p:spPr>
          <a:xfrm>
            <a:off x="3547872" y="1013954"/>
            <a:ext cx="6096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Контакты:</a:t>
            </a:r>
            <a:b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@simonxs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@upeeki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@s_koleso_m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@duhаmster</a:t>
            </a:r>
            <a:b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4473" y="1013954"/>
            <a:ext cx="1477622" cy="19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" y="98"/>
            <a:ext cx="12191648" cy="685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2026-02-26T08:52:08Z</dcterms:created>
  <dc:creator>Администратор</dc:creator>
</cp:coreProperties>
</file>